
<file path=[Content_Types].xml><?xml version="1.0" encoding="utf-8"?>
<Types xmlns="http://schemas.openxmlformats.org/package/2006/content-types">
  <Default Extension="fntdata" ContentType="application/x-fontdata"/>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3"/>
  </p:notesMasterIdLst>
  <p:sldIdLst>
    <p:sldId id="256" r:id="rId5"/>
    <p:sldId id="257" r:id="rId6"/>
    <p:sldId id="258" r:id="rId7"/>
    <p:sldId id="259" r:id="rId8"/>
    <p:sldId id="260" r:id="rId9"/>
    <p:sldId id="261" r:id="rId10"/>
    <p:sldId id="262" r:id="rId11"/>
    <p:sldId id="263" r:id="rId12"/>
    <p:sldId id="270" r:id="rId13"/>
    <p:sldId id="272" r:id="rId14"/>
    <p:sldId id="271" r:id="rId15"/>
    <p:sldId id="273" r:id="rId16"/>
    <p:sldId id="264" r:id="rId17"/>
    <p:sldId id="265" r:id="rId18"/>
    <p:sldId id="266" r:id="rId19"/>
    <p:sldId id="267" r:id="rId20"/>
    <p:sldId id="268" r:id="rId21"/>
    <p:sldId id="269" r:id="rId22"/>
  </p:sldIdLst>
  <p:sldSz cx="12192000" cy="6858000"/>
  <p:notesSz cx="6858000" cy="9144000"/>
  <p:embeddedFontLst>
    <p:embeddedFont>
      <p:font typeface="Century Gothic" panose="020B0502020202020204" pitchFamily="34" charset="0"/>
      <p:regular r:id="rId24"/>
      <p:bold r:id="rId25"/>
      <p:italic r:id="rId26"/>
      <p:boldItalic r:id="rId27"/>
    </p:embeddedFont>
  </p:embeddedFontLst>
  <p:custDataLst>
    <p:tags r:id="rId28"/>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9"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DC4F97-BEA2-48C6-989B-42B7D4764F96}" v="81" dt="2026-10-19T00:07:18.495"/>
  </p1510:revLst>
</p1510:revInfo>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3.fntdata"/><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2.fntdata"/><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customschemas.google.com/relationships/presentationmetadata" Target="meta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fntdata"/><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4.fntdata"/><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ster Cruz" userId="cef549b3abb019a4" providerId="LiveId" clId="{7E02F5D0-5475-482C-A325-8A07B738F8E2}"/>
    <pc:docChg chg="undo custSel addSld modSld">
      <pc:chgData name="Jester Cruz" userId="cef549b3abb019a4" providerId="LiveId" clId="{7E02F5D0-5475-482C-A325-8A07B738F8E2}" dt="2026-10-19T00:07:18.492" v="636"/>
      <pc:docMkLst>
        <pc:docMk/>
      </pc:docMkLst>
      <pc:sldChg chg="addSp delSp modSp mod modTransition modAnim modNotesTx">
        <pc:chgData name="Jester Cruz" userId="cef549b3abb019a4" providerId="LiveId" clId="{7E02F5D0-5475-482C-A325-8A07B738F8E2}" dt="2026-10-18T23:28:55.615" v="599"/>
        <pc:sldMkLst>
          <pc:docMk/>
          <pc:sldMk cId="0" sldId="256"/>
        </pc:sldMkLst>
        <pc:spChg chg="mod">
          <ac:chgData name="Jester Cruz" userId="cef549b3abb019a4" providerId="LiveId" clId="{7E02F5D0-5475-482C-A325-8A07B738F8E2}" dt="2026-10-18T20:55:20.754" v="38" actId="20577"/>
          <ac:spMkLst>
            <pc:docMk/>
            <pc:sldMk cId="0" sldId="256"/>
            <ac:spMk id="145" creationId="{00000000-0000-0000-0000-000000000000}"/>
          </ac:spMkLst>
        </pc:spChg>
        <pc:picChg chg="add del mod">
          <ac:chgData name="Jester Cruz" userId="cef549b3abb019a4" providerId="LiveId" clId="{7E02F5D0-5475-482C-A325-8A07B738F8E2}" dt="2026-10-18T23:28:42.824" v="598"/>
          <ac:picMkLst>
            <pc:docMk/>
            <pc:sldMk cId="0" sldId="256"/>
            <ac:picMk id="11" creationId="{50BE47C1-50D3-7A74-BEBA-D7FE88EC407C}"/>
          </ac:picMkLst>
        </pc:picChg>
        <pc:picChg chg="add del mod ord">
          <ac:chgData name="Jester Cruz" userId="cef549b3abb019a4" providerId="LiveId" clId="{7E02F5D0-5475-482C-A325-8A07B738F8E2}" dt="2026-10-18T23:28:55.615" v="599"/>
          <ac:picMkLst>
            <pc:docMk/>
            <pc:sldMk cId="0" sldId="256"/>
            <ac:picMk id="15" creationId="{901BB742-A05F-1C4B-B85A-A654562AB31F}"/>
          </ac:picMkLst>
        </pc:picChg>
        <pc:picChg chg="add mod">
          <ac:chgData name="Jester Cruz" userId="cef549b3abb019a4" providerId="LiveId" clId="{7E02F5D0-5475-482C-A325-8A07B738F8E2}" dt="2026-10-18T23:28:55.615" v="599"/>
          <ac:picMkLst>
            <pc:docMk/>
            <pc:sldMk cId="0" sldId="256"/>
            <ac:picMk id="16" creationId="{4D5DC948-329E-F346-E557-3EA163A60CB6}"/>
          </ac:picMkLst>
        </pc:picChg>
      </pc:sldChg>
      <pc:sldChg chg="addSp delSp modSp mod modTransition modAnim modNotesTx">
        <pc:chgData name="Jester Cruz" userId="cef549b3abb019a4" providerId="LiveId" clId="{7E02F5D0-5475-482C-A325-8A07B738F8E2}" dt="2026-10-18T23:30:48.088" v="605"/>
        <pc:sldMkLst>
          <pc:docMk/>
          <pc:sldMk cId="0" sldId="257"/>
        </pc:sldMkLst>
        <pc:spChg chg="add">
          <ac:chgData name="Jester Cruz" userId="cef549b3abb019a4" providerId="LiveId" clId="{7E02F5D0-5475-482C-A325-8A07B738F8E2}" dt="2026-10-18T21:03:35.154" v="39" actId="22"/>
          <ac:spMkLst>
            <pc:docMk/>
            <pc:sldMk cId="0" sldId="257"/>
            <ac:spMk id="3" creationId="{0C14BCAF-3960-3A61-90B9-0C76F0E2B8C9}"/>
          </ac:spMkLst>
        </pc:spChg>
        <pc:spChg chg="add del mod">
          <ac:chgData name="Jester Cruz" userId="cef549b3abb019a4" providerId="LiveId" clId="{7E02F5D0-5475-482C-A325-8A07B738F8E2}" dt="2026-10-18T21:03:51.699" v="41" actId="478"/>
          <ac:spMkLst>
            <pc:docMk/>
            <pc:sldMk cId="0" sldId="257"/>
            <ac:spMk id="5" creationId="{BEEB1D07-B74D-86FC-1F67-9923EC4B762B}"/>
          </ac:spMkLst>
        </pc:spChg>
        <pc:spChg chg="add del">
          <ac:chgData name="Jester Cruz" userId="cef549b3abb019a4" providerId="LiveId" clId="{7E02F5D0-5475-482C-A325-8A07B738F8E2}" dt="2026-10-18T21:04:11.964" v="43" actId="22"/>
          <ac:spMkLst>
            <pc:docMk/>
            <pc:sldMk cId="0" sldId="257"/>
            <ac:spMk id="7" creationId="{E72F2211-A1B1-C9FB-FC2E-B861A505D9A1}"/>
          </ac:spMkLst>
        </pc:spChg>
        <pc:spChg chg="add mod">
          <ac:chgData name="Jester Cruz" userId="cef549b3abb019a4" providerId="LiveId" clId="{7E02F5D0-5475-482C-A325-8A07B738F8E2}" dt="2026-10-18T22:01:58.928" v="315" actId="1076"/>
          <ac:spMkLst>
            <pc:docMk/>
            <pc:sldMk cId="0" sldId="257"/>
            <ac:spMk id="9" creationId="{9E866A64-B9EF-B132-D8DF-BFF853C0F34F}"/>
          </ac:spMkLst>
        </pc:spChg>
        <pc:spChg chg="add del">
          <ac:chgData name="Jester Cruz" userId="cef549b3abb019a4" providerId="LiveId" clId="{7E02F5D0-5475-482C-A325-8A07B738F8E2}" dt="2026-10-18T21:04:35.471" v="46" actId="22"/>
          <ac:spMkLst>
            <pc:docMk/>
            <pc:sldMk cId="0" sldId="257"/>
            <ac:spMk id="11" creationId="{7D5E9E3B-3283-EE6D-8052-ECE9B289082A}"/>
          </ac:spMkLst>
        </pc:spChg>
        <pc:spChg chg="add mod">
          <ac:chgData name="Jester Cruz" userId="cef549b3abb019a4" providerId="LiveId" clId="{7E02F5D0-5475-482C-A325-8A07B738F8E2}" dt="2026-10-18T22:02:11.371" v="316" actId="20577"/>
          <ac:spMkLst>
            <pc:docMk/>
            <pc:sldMk cId="0" sldId="257"/>
            <ac:spMk id="13" creationId="{7BABFE6F-EE25-28E2-7513-A09BA7E83062}"/>
          </ac:spMkLst>
        </pc:spChg>
        <pc:spChg chg="del">
          <ac:chgData name="Jester Cruz" userId="cef549b3abb019a4" providerId="LiveId" clId="{7E02F5D0-5475-482C-A325-8A07B738F8E2}" dt="2026-10-18T21:03:49.180" v="40" actId="478"/>
          <ac:spMkLst>
            <pc:docMk/>
            <pc:sldMk cId="0" sldId="257"/>
            <ac:spMk id="152" creationId="{00000000-0000-0000-0000-000000000000}"/>
          </ac:spMkLst>
        </pc:spChg>
        <pc:picChg chg="add del mod">
          <ac:chgData name="Jester Cruz" userId="cef549b3abb019a4" providerId="LiveId" clId="{7E02F5D0-5475-482C-A325-8A07B738F8E2}" dt="2026-10-18T23:27:09.355" v="595"/>
          <ac:picMkLst>
            <pc:docMk/>
            <pc:sldMk cId="0" sldId="257"/>
            <ac:picMk id="8" creationId="{DD0DEAD9-1A21-A0E0-8658-DAF590E08715}"/>
          </ac:picMkLst>
        </pc:picChg>
        <pc:picChg chg="add del mod ord">
          <ac:chgData name="Jester Cruz" userId="cef549b3abb019a4" providerId="LiveId" clId="{7E02F5D0-5475-482C-A325-8A07B738F8E2}" dt="2026-10-18T23:28:09.375" v="596"/>
          <ac:picMkLst>
            <pc:docMk/>
            <pc:sldMk cId="0" sldId="257"/>
            <ac:picMk id="12" creationId="{97305AA5-BA28-ABC3-EE32-0EDF17F1A62D}"/>
          </ac:picMkLst>
        </pc:picChg>
        <pc:picChg chg="add del mod">
          <ac:chgData name="Jester Cruz" userId="cef549b3abb019a4" providerId="LiveId" clId="{7E02F5D0-5475-482C-A325-8A07B738F8E2}" dt="2026-10-18T23:29:20.272" v="601"/>
          <ac:picMkLst>
            <pc:docMk/>
            <pc:sldMk cId="0" sldId="257"/>
            <ac:picMk id="14" creationId="{86E75230-8139-7043-4175-4AB5E56976F3}"/>
          </ac:picMkLst>
        </pc:picChg>
        <pc:picChg chg="add del mod ord">
          <ac:chgData name="Jester Cruz" userId="cef549b3abb019a4" providerId="LiveId" clId="{7E02F5D0-5475-482C-A325-8A07B738F8E2}" dt="2026-10-18T23:29:46.312" v="602"/>
          <ac:picMkLst>
            <pc:docMk/>
            <pc:sldMk cId="0" sldId="257"/>
            <ac:picMk id="19" creationId="{B1B3A26C-C88A-665E-63B0-4D9311B77798}"/>
          </ac:picMkLst>
        </pc:picChg>
        <pc:picChg chg="add del mod">
          <ac:chgData name="Jester Cruz" userId="cef549b3abb019a4" providerId="LiveId" clId="{7E02F5D0-5475-482C-A325-8A07B738F8E2}" dt="2026-10-18T23:30:23.386" v="604"/>
          <ac:picMkLst>
            <pc:docMk/>
            <pc:sldMk cId="0" sldId="257"/>
            <ac:picMk id="20" creationId="{A22C5C96-31DF-EE58-0E74-080917E8D9D1}"/>
          </ac:picMkLst>
        </pc:picChg>
        <pc:picChg chg="add del mod ord">
          <ac:chgData name="Jester Cruz" userId="cef549b3abb019a4" providerId="LiveId" clId="{7E02F5D0-5475-482C-A325-8A07B738F8E2}" dt="2026-10-18T23:30:48.088" v="605"/>
          <ac:picMkLst>
            <pc:docMk/>
            <pc:sldMk cId="0" sldId="257"/>
            <ac:picMk id="25" creationId="{D80F79F8-E6E2-EED4-D66D-BE2FC46A9C46}"/>
          </ac:picMkLst>
        </pc:picChg>
        <pc:picChg chg="add mod">
          <ac:chgData name="Jester Cruz" userId="cef549b3abb019a4" providerId="LiveId" clId="{7E02F5D0-5475-482C-A325-8A07B738F8E2}" dt="2026-10-18T23:30:48.088" v="605"/>
          <ac:picMkLst>
            <pc:docMk/>
            <pc:sldMk cId="0" sldId="257"/>
            <ac:picMk id="26" creationId="{06FEBA64-44AF-3987-6F0D-1EC6CC3A7FAB}"/>
          </ac:picMkLst>
        </pc:picChg>
      </pc:sldChg>
      <pc:sldChg chg="addSp delSp modSp mod modTransition modAnim modNotesTx">
        <pc:chgData name="Jester Cruz" userId="cef549b3abb019a4" providerId="LiveId" clId="{7E02F5D0-5475-482C-A325-8A07B738F8E2}" dt="2026-10-18T23:32:05.140" v="609"/>
        <pc:sldMkLst>
          <pc:docMk/>
          <pc:sldMk cId="0" sldId="258"/>
        </pc:sldMkLst>
        <pc:spChg chg="add del mod">
          <ac:chgData name="Jester Cruz" userId="cef549b3abb019a4" providerId="LiveId" clId="{7E02F5D0-5475-482C-A325-8A07B738F8E2}" dt="2026-10-18T21:05:56.033" v="50" actId="478"/>
          <ac:spMkLst>
            <pc:docMk/>
            <pc:sldMk cId="0" sldId="258"/>
            <ac:spMk id="3" creationId="{2D4766E9-42C0-7BBD-7627-F5B2F07AE308}"/>
          </ac:spMkLst>
        </pc:spChg>
        <pc:spChg chg="add mod">
          <ac:chgData name="Jester Cruz" userId="cef549b3abb019a4" providerId="LiveId" clId="{7E02F5D0-5475-482C-A325-8A07B738F8E2}" dt="2026-10-18T22:22:37.126" v="460" actId="1076"/>
          <ac:spMkLst>
            <pc:docMk/>
            <pc:sldMk cId="0" sldId="258"/>
            <ac:spMk id="3" creationId="{86D5287F-B8D5-1414-63BB-B0D21F8FA1C9}"/>
          </ac:spMkLst>
        </pc:spChg>
        <pc:spChg chg="add mod">
          <ac:chgData name="Jester Cruz" userId="cef549b3abb019a4" providerId="LiveId" clId="{7E02F5D0-5475-482C-A325-8A07B738F8E2}" dt="2026-10-18T21:06:06.994" v="52" actId="1076"/>
          <ac:spMkLst>
            <pc:docMk/>
            <pc:sldMk cId="0" sldId="258"/>
            <ac:spMk id="5" creationId="{83B4DE0D-6CB8-8C1E-9CFE-89908402065E}"/>
          </ac:spMkLst>
        </pc:spChg>
        <pc:spChg chg="add mod">
          <ac:chgData name="Jester Cruz" userId="cef549b3abb019a4" providerId="LiveId" clId="{7E02F5D0-5475-482C-A325-8A07B738F8E2}" dt="2026-10-18T23:13:28.784" v="577" actId="20577"/>
          <ac:spMkLst>
            <pc:docMk/>
            <pc:sldMk cId="0" sldId="258"/>
            <ac:spMk id="7" creationId="{DDCD2B4D-3816-2E54-6CC7-D142E9922EB1}"/>
          </ac:spMkLst>
        </pc:spChg>
        <pc:spChg chg="add del mod">
          <ac:chgData name="Jester Cruz" userId="cef549b3abb019a4" providerId="LiveId" clId="{7E02F5D0-5475-482C-A325-8A07B738F8E2}" dt="2026-10-18T22:08:33.487" v="374" actId="478"/>
          <ac:spMkLst>
            <pc:docMk/>
            <pc:sldMk cId="0" sldId="258"/>
            <ac:spMk id="9" creationId="{EB8AA14D-FB1C-40FA-99CE-2B8AF30A8248}"/>
          </ac:spMkLst>
        </pc:spChg>
        <pc:spChg chg="del mod">
          <ac:chgData name="Jester Cruz" userId="cef549b3abb019a4" providerId="LiveId" clId="{7E02F5D0-5475-482C-A325-8A07B738F8E2}" dt="2026-10-18T21:05:50.305" v="49" actId="478"/>
          <ac:spMkLst>
            <pc:docMk/>
            <pc:sldMk cId="0" sldId="258"/>
            <ac:spMk id="160" creationId="{00000000-0000-0000-0000-000000000000}"/>
          </ac:spMkLst>
        </pc:spChg>
        <pc:graphicFrameChg chg="mod modGraphic">
          <ac:chgData name="Jester Cruz" userId="cef549b3abb019a4" providerId="LiveId" clId="{7E02F5D0-5475-482C-A325-8A07B738F8E2}" dt="2026-10-18T22:21:44.918" v="379" actId="20577"/>
          <ac:graphicFrameMkLst>
            <pc:docMk/>
            <pc:sldMk cId="0" sldId="258"/>
            <ac:graphicFrameMk id="161" creationId="{00000000-0000-0000-0000-000000000000}"/>
          </ac:graphicFrameMkLst>
        </pc:graphicFrameChg>
        <pc:picChg chg="add del mod">
          <ac:chgData name="Jester Cruz" userId="cef549b3abb019a4" providerId="LiveId" clId="{7E02F5D0-5475-482C-A325-8A07B738F8E2}" dt="2026-10-18T23:31:37.626" v="608"/>
          <ac:picMkLst>
            <pc:docMk/>
            <pc:sldMk cId="0" sldId="258"/>
            <ac:picMk id="18" creationId="{B4CEF896-7AD6-BF80-B5A0-D00616893E7E}"/>
          </ac:picMkLst>
        </pc:picChg>
        <pc:picChg chg="add del mod ord">
          <ac:chgData name="Jester Cruz" userId="cef549b3abb019a4" providerId="LiveId" clId="{7E02F5D0-5475-482C-A325-8A07B738F8E2}" dt="2026-10-18T23:32:05.140" v="609"/>
          <ac:picMkLst>
            <pc:docMk/>
            <pc:sldMk cId="0" sldId="258"/>
            <ac:picMk id="21" creationId="{00DDC91E-424B-87EB-6878-F73EEE108E3B}"/>
          </ac:picMkLst>
        </pc:picChg>
        <pc:picChg chg="add mod">
          <ac:chgData name="Jester Cruz" userId="cef549b3abb019a4" providerId="LiveId" clId="{7E02F5D0-5475-482C-A325-8A07B738F8E2}" dt="2026-10-18T23:32:05.140" v="609"/>
          <ac:picMkLst>
            <pc:docMk/>
            <pc:sldMk cId="0" sldId="258"/>
            <ac:picMk id="22" creationId="{74175D50-06F4-6473-8E90-E95EA7A93BF4}"/>
          </ac:picMkLst>
        </pc:picChg>
      </pc:sldChg>
      <pc:sldChg chg="addSp delSp modSp mod modTransition modAnim modNotesTx">
        <pc:chgData name="Jester Cruz" userId="cef549b3abb019a4" providerId="LiveId" clId="{7E02F5D0-5475-482C-A325-8A07B738F8E2}" dt="2026-10-18T23:36:38.964" v="613"/>
        <pc:sldMkLst>
          <pc:docMk/>
          <pc:sldMk cId="0" sldId="259"/>
        </pc:sldMkLst>
        <pc:spChg chg="add del mod">
          <ac:chgData name="Jester Cruz" userId="cef549b3abb019a4" providerId="LiveId" clId="{7E02F5D0-5475-482C-A325-8A07B738F8E2}" dt="2026-10-18T21:24:39.660" v="172" actId="478"/>
          <ac:spMkLst>
            <pc:docMk/>
            <pc:sldMk cId="0" sldId="259"/>
            <ac:spMk id="3" creationId="{A9930C74-A1CF-6DE0-AA9A-6D1A9C7E7D9B}"/>
          </ac:spMkLst>
        </pc:spChg>
        <pc:spChg chg="add">
          <ac:chgData name="Jester Cruz" userId="cef549b3abb019a4" providerId="LiveId" clId="{7E02F5D0-5475-482C-A325-8A07B738F8E2}" dt="2026-10-18T21:24:42.265" v="173" actId="22"/>
          <ac:spMkLst>
            <pc:docMk/>
            <pc:sldMk cId="0" sldId="259"/>
            <ac:spMk id="5" creationId="{9E804DC2-D96D-594D-1F68-33021E5ECFA1}"/>
          </ac:spMkLst>
        </pc:spChg>
        <pc:spChg chg="add">
          <ac:chgData name="Jester Cruz" userId="cef549b3abb019a4" providerId="LiveId" clId="{7E02F5D0-5475-482C-A325-8A07B738F8E2}" dt="2026-10-18T21:24:42.265" v="173" actId="22"/>
          <ac:spMkLst>
            <pc:docMk/>
            <pc:sldMk cId="0" sldId="259"/>
            <ac:spMk id="11" creationId="{67F0C803-CB27-5FBF-13D8-4E97202AF0FF}"/>
          </ac:spMkLst>
        </pc:spChg>
        <pc:spChg chg="add">
          <ac:chgData name="Jester Cruz" userId="cef549b3abb019a4" providerId="LiveId" clId="{7E02F5D0-5475-482C-A325-8A07B738F8E2}" dt="2026-10-18T21:24:42.265" v="173" actId="22"/>
          <ac:spMkLst>
            <pc:docMk/>
            <pc:sldMk cId="0" sldId="259"/>
            <ac:spMk id="13" creationId="{FA565770-CDA6-84C8-CA19-7AC6A0277FB7}"/>
          </ac:spMkLst>
        </pc:spChg>
        <pc:spChg chg="add">
          <ac:chgData name="Jester Cruz" userId="cef549b3abb019a4" providerId="LiveId" clId="{7E02F5D0-5475-482C-A325-8A07B738F8E2}" dt="2026-10-18T21:24:42.265" v="173" actId="22"/>
          <ac:spMkLst>
            <pc:docMk/>
            <pc:sldMk cId="0" sldId="259"/>
            <ac:spMk id="21" creationId="{9DEF827C-2B77-0E7D-4076-A489A2ADC6A4}"/>
          </ac:spMkLst>
        </pc:spChg>
        <pc:spChg chg="add">
          <ac:chgData name="Jester Cruz" userId="cef549b3abb019a4" providerId="LiveId" clId="{7E02F5D0-5475-482C-A325-8A07B738F8E2}" dt="2026-10-18T21:24:42.265" v="173" actId="22"/>
          <ac:spMkLst>
            <pc:docMk/>
            <pc:sldMk cId="0" sldId="259"/>
            <ac:spMk id="23" creationId="{73FCD8C3-4D92-35A9-D374-0B25DA861590}"/>
          </ac:spMkLst>
        </pc:spChg>
        <pc:spChg chg="add">
          <ac:chgData name="Jester Cruz" userId="cef549b3abb019a4" providerId="LiveId" clId="{7E02F5D0-5475-482C-A325-8A07B738F8E2}" dt="2026-10-18T21:24:42.265" v="173" actId="22"/>
          <ac:spMkLst>
            <pc:docMk/>
            <pc:sldMk cId="0" sldId="259"/>
            <ac:spMk id="33" creationId="{5305E885-5072-3664-BA64-A781305EBB7E}"/>
          </ac:spMkLst>
        </pc:spChg>
        <pc:spChg chg="add">
          <ac:chgData name="Jester Cruz" userId="cef549b3abb019a4" providerId="LiveId" clId="{7E02F5D0-5475-482C-A325-8A07B738F8E2}" dt="2026-10-18T21:24:42.265" v="173" actId="22"/>
          <ac:spMkLst>
            <pc:docMk/>
            <pc:sldMk cId="0" sldId="259"/>
            <ac:spMk id="35" creationId="{6BE44D76-0171-A5BD-B2EF-CE76B2DB68BB}"/>
          </ac:spMkLst>
        </pc:spChg>
        <pc:spChg chg="add">
          <ac:chgData name="Jester Cruz" userId="cef549b3abb019a4" providerId="LiveId" clId="{7E02F5D0-5475-482C-A325-8A07B738F8E2}" dt="2026-10-18T21:24:42.265" v="173" actId="22"/>
          <ac:spMkLst>
            <pc:docMk/>
            <pc:sldMk cId="0" sldId="259"/>
            <ac:spMk id="39" creationId="{8109690B-9D22-B7C6-7C3E-4E3C222B9E46}"/>
          </ac:spMkLst>
        </pc:spChg>
        <pc:spChg chg="add">
          <ac:chgData name="Jester Cruz" userId="cef549b3abb019a4" providerId="LiveId" clId="{7E02F5D0-5475-482C-A325-8A07B738F8E2}" dt="2026-10-18T21:24:42.265" v="173" actId="22"/>
          <ac:spMkLst>
            <pc:docMk/>
            <pc:sldMk cId="0" sldId="259"/>
            <ac:spMk id="43" creationId="{40D9AD86-61CD-7C31-2F7C-59133891C708}"/>
          </ac:spMkLst>
        </pc:spChg>
        <pc:spChg chg="add mod">
          <ac:chgData name="Jester Cruz" userId="cef549b3abb019a4" providerId="LiveId" clId="{7E02F5D0-5475-482C-A325-8A07B738F8E2}" dt="2026-10-18T22:12:38.213" v="375"/>
          <ac:spMkLst>
            <pc:docMk/>
            <pc:sldMk cId="0" sldId="259"/>
            <ac:spMk id="45" creationId="{0E56A028-FDFF-9C9B-0A83-A70E7912486A}"/>
          </ac:spMkLst>
        </pc:spChg>
        <pc:spChg chg="del mod">
          <ac:chgData name="Jester Cruz" userId="cef549b3abb019a4" providerId="LiveId" clId="{7E02F5D0-5475-482C-A325-8A07B738F8E2}" dt="2026-10-18T21:24:33.203" v="171" actId="478"/>
          <ac:spMkLst>
            <pc:docMk/>
            <pc:sldMk cId="0" sldId="259"/>
            <ac:spMk id="168" creationId="{00000000-0000-0000-0000-000000000000}"/>
          </ac:spMkLst>
        </pc:spChg>
        <pc:picChg chg="add del mod">
          <ac:chgData name="Jester Cruz" userId="cef549b3abb019a4" providerId="LiveId" clId="{7E02F5D0-5475-482C-A325-8A07B738F8E2}" dt="2026-10-18T23:36:07.272" v="612"/>
          <ac:picMkLst>
            <pc:docMk/>
            <pc:sldMk cId="0" sldId="259"/>
            <ac:picMk id="16" creationId="{37AB034C-7078-E0FF-B34E-40C48D10F860}"/>
          </ac:picMkLst>
        </pc:picChg>
        <pc:picChg chg="add del mod ord">
          <ac:chgData name="Jester Cruz" userId="cef549b3abb019a4" providerId="LiveId" clId="{7E02F5D0-5475-482C-A325-8A07B738F8E2}" dt="2026-10-18T23:36:38.964" v="613"/>
          <ac:picMkLst>
            <pc:docMk/>
            <pc:sldMk cId="0" sldId="259"/>
            <ac:picMk id="24" creationId="{127DC099-8B9B-BAD0-6DEF-F7CA90B3F0FB}"/>
          </ac:picMkLst>
        </pc:picChg>
        <pc:picChg chg="add mod">
          <ac:chgData name="Jester Cruz" userId="cef549b3abb019a4" providerId="LiveId" clId="{7E02F5D0-5475-482C-A325-8A07B738F8E2}" dt="2026-10-18T23:36:38.964" v="613"/>
          <ac:picMkLst>
            <pc:docMk/>
            <pc:sldMk cId="0" sldId="259"/>
            <ac:picMk id="26" creationId="{C0F30CB1-669D-A115-1B77-9A86BB575F8D}"/>
          </ac:picMkLst>
        </pc:picChg>
      </pc:sldChg>
      <pc:sldChg chg="addSp delSp modSp mod modNotesTx">
        <pc:chgData name="Jester Cruz" userId="cef549b3abb019a4" providerId="LiveId" clId="{7E02F5D0-5475-482C-A325-8A07B738F8E2}" dt="2026-10-18T23:38:51.508" v="614"/>
        <pc:sldMkLst>
          <pc:docMk/>
          <pc:sldMk cId="0" sldId="260"/>
        </pc:sldMkLst>
        <pc:spChg chg="add del mod">
          <ac:chgData name="Jester Cruz" userId="cef549b3abb019a4" providerId="LiveId" clId="{7E02F5D0-5475-482C-A325-8A07B738F8E2}" dt="2026-10-18T21:25:30.838" v="176" actId="478"/>
          <ac:spMkLst>
            <pc:docMk/>
            <pc:sldMk cId="0" sldId="260"/>
            <ac:spMk id="3" creationId="{458378D8-FD9A-9A08-D5AF-CCC08AEDF942}"/>
          </ac:spMkLst>
        </pc:spChg>
        <pc:spChg chg="add">
          <ac:chgData name="Jester Cruz" userId="cef549b3abb019a4" providerId="LiveId" clId="{7E02F5D0-5475-482C-A325-8A07B738F8E2}" dt="2026-10-18T21:25:34.119" v="177" actId="22"/>
          <ac:spMkLst>
            <pc:docMk/>
            <pc:sldMk cId="0" sldId="260"/>
            <ac:spMk id="11" creationId="{3ED5850A-7C5F-B912-5E8A-CF4C661BBBD4}"/>
          </ac:spMkLst>
        </pc:spChg>
        <pc:spChg chg="add">
          <ac:chgData name="Jester Cruz" userId="cef549b3abb019a4" providerId="LiveId" clId="{7E02F5D0-5475-482C-A325-8A07B738F8E2}" dt="2026-10-18T21:25:34.119" v="177" actId="22"/>
          <ac:spMkLst>
            <pc:docMk/>
            <pc:sldMk cId="0" sldId="260"/>
            <ac:spMk id="15" creationId="{DE8B6716-7E31-DE65-DF5E-FFF1257D8CA5}"/>
          </ac:spMkLst>
        </pc:spChg>
        <pc:spChg chg="add">
          <ac:chgData name="Jester Cruz" userId="cef549b3abb019a4" providerId="LiveId" clId="{7E02F5D0-5475-482C-A325-8A07B738F8E2}" dt="2026-10-18T21:25:34.119" v="177" actId="22"/>
          <ac:spMkLst>
            <pc:docMk/>
            <pc:sldMk cId="0" sldId="260"/>
            <ac:spMk id="19" creationId="{8A678FCF-4E26-186F-4E7D-4A9D414F3DF4}"/>
          </ac:spMkLst>
        </pc:spChg>
        <pc:spChg chg="add">
          <ac:chgData name="Jester Cruz" userId="cef549b3abb019a4" providerId="LiveId" clId="{7E02F5D0-5475-482C-A325-8A07B738F8E2}" dt="2026-10-18T21:25:34.119" v="177" actId="22"/>
          <ac:spMkLst>
            <pc:docMk/>
            <pc:sldMk cId="0" sldId="260"/>
            <ac:spMk id="21" creationId="{3BE90330-6AC8-0F2F-4B9E-7B5BC06A45B5}"/>
          </ac:spMkLst>
        </pc:spChg>
        <pc:spChg chg="add">
          <ac:chgData name="Jester Cruz" userId="cef549b3abb019a4" providerId="LiveId" clId="{7E02F5D0-5475-482C-A325-8A07B738F8E2}" dt="2026-10-18T21:25:34.119" v="177" actId="22"/>
          <ac:spMkLst>
            <pc:docMk/>
            <pc:sldMk cId="0" sldId="260"/>
            <ac:spMk id="27" creationId="{2CB5D2F1-E7D1-9BA9-681D-D03518EEE67C}"/>
          </ac:spMkLst>
        </pc:spChg>
        <pc:spChg chg="add">
          <ac:chgData name="Jester Cruz" userId="cef549b3abb019a4" providerId="LiveId" clId="{7E02F5D0-5475-482C-A325-8A07B738F8E2}" dt="2026-10-18T21:25:34.119" v="177" actId="22"/>
          <ac:spMkLst>
            <pc:docMk/>
            <pc:sldMk cId="0" sldId="260"/>
            <ac:spMk id="29" creationId="{8EDCC57A-00E4-29CF-3014-2F814223231C}"/>
          </ac:spMkLst>
        </pc:spChg>
        <pc:spChg chg="add">
          <ac:chgData name="Jester Cruz" userId="cef549b3abb019a4" providerId="LiveId" clId="{7E02F5D0-5475-482C-A325-8A07B738F8E2}" dt="2026-10-18T21:25:34.119" v="177" actId="22"/>
          <ac:spMkLst>
            <pc:docMk/>
            <pc:sldMk cId="0" sldId="260"/>
            <ac:spMk id="33" creationId="{916D913A-7BE3-3D6E-69EE-5F290D4315A7}"/>
          </ac:spMkLst>
        </pc:spChg>
        <pc:spChg chg="add">
          <ac:chgData name="Jester Cruz" userId="cef549b3abb019a4" providerId="LiveId" clId="{7E02F5D0-5475-482C-A325-8A07B738F8E2}" dt="2026-10-18T21:25:34.119" v="177" actId="22"/>
          <ac:spMkLst>
            <pc:docMk/>
            <pc:sldMk cId="0" sldId="260"/>
            <ac:spMk id="39" creationId="{C9E6A7FB-1946-643B-B0C1-D83C46636FE0}"/>
          </ac:spMkLst>
        </pc:spChg>
        <pc:spChg chg="add">
          <ac:chgData name="Jester Cruz" userId="cef549b3abb019a4" providerId="LiveId" clId="{7E02F5D0-5475-482C-A325-8A07B738F8E2}" dt="2026-10-18T21:25:34.119" v="177" actId="22"/>
          <ac:spMkLst>
            <pc:docMk/>
            <pc:sldMk cId="0" sldId="260"/>
            <ac:spMk id="41" creationId="{3272C9AD-2DD0-D16D-067C-9DDA68EBEBE0}"/>
          </ac:spMkLst>
        </pc:spChg>
        <pc:spChg chg="add">
          <ac:chgData name="Jester Cruz" userId="cef549b3abb019a4" providerId="LiveId" clId="{7E02F5D0-5475-482C-A325-8A07B738F8E2}" dt="2026-10-18T21:25:34.119" v="177" actId="22"/>
          <ac:spMkLst>
            <pc:docMk/>
            <pc:sldMk cId="0" sldId="260"/>
            <ac:spMk id="43" creationId="{13A78A55-25DC-7E1A-B1EA-C5205FA831C9}"/>
          </ac:spMkLst>
        </pc:spChg>
        <pc:spChg chg="del mod">
          <ac:chgData name="Jester Cruz" userId="cef549b3abb019a4" providerId="LiveId" clId="{7E02F5D0-5475-482C-A325-8A07B738F8E2}" dt="2026-10-18T21:25:27.825" v="175" actId="478"/>
          <ac:spMkLst>
            <pc:docMk/>
            <pc:sldMk cId="0" sldId="260"/>
            <ac:spMk id="175" creationId="{00000000-0000-0000-0000-000000000000}"/>
          </ac:spMkLst>
        </pc:spChg>
        <pc:picChg chg="add mod">
          <ac:chgData name="Jester Cruz" userId="cef549b3abb019a4" providerId="LiveId" clId="{7E02F5D0-5475-482C-A325-8A07B738F8E2}" dt="2026-10-18T23:38:51.508" v="614"/>
          <ac:picMkLst>
            <pc:docMk/>
            <pc:sldMk cId="0" sldId="260"/>
            <ac:picMk id="16" creationId="{073386CB-94B9-3F8B-233B-242D0147302F}"/>
          </ac:picMkLst>
        </pc:picChg>
      </pc:sldChg>
      <pc:sldChg chg="addSp delSp modSp mod modNotesTx">
        <pc:chgData name="Jester Cruz" userId="cef549b3abb019a4" providerId="LiveId" clId="{7E02F5D0-5475-482C-A325-8A07B738F8E2}" dt="2026-10-18T23:40:17.328" v="615"/>
        <pc:sldMkLst>
          <pc:docMk/>
          <pc:sldMk cId="0" sldId="261"/>
        </pc:sldMkLst>
        <pc:spChg chg="add del mod">
          <ac:chgData name="Jester Cruz" userId="cef549b3abb019a4" providerId="LiveId" clId="{7E02F5D0-5475-482C-A325-8A07B738F8E2}" dt="2026-10-18T21:26:05.096" v="179" actId="478"/>
          <ac:spMkLst>
            <pc:docMk/>
            <pc:sldMk cId="0" sldId="261"/>
            <ac:spMk id="3" creationId="{F673AB1C-65E9-091D-9274-2F629FB8D7B5}"/>
          </ac:spMkLst>
        </pc:spChg>
        <pc:spChg chg="add">
          <ac:chgData name="Jester Cruz" userId="cef549b3abb019a4" providerId="LiveId" clId="{7E02F5D0-5475-482C-A325-8A07B738F8E2}" dt="2026-10-18T21:26:07.166" v="180" actId="22"/>
          <ac:spMkLst>
            <pc:docMk/>
            <pc:sldMk cId="0" sldId="261"/>
            <ac:spMk id="7" creationId="{34DEDAB9-6A8C-EBEC-88C4-891CD28FDC99}"/>
          </ac:spMkLst>
        </pc:spChg>
        <pc:spChg chg="add">
          <ac:chgData name="Jester Cruz" userId="cef549b3abb019a4" providerId="LiveId" clId="{7E02F5D0-5475-482C-A325-8A07B738F8E2}" dt="2026-10-18T21:26:07.166" v="180" actId="22"/>
          <ac:spMkLst>
            <pc:docMk/>
            <pc:sldMk cId="0" sldId="261"/>
            <ac:spMk id="9" creationId="{881F32E4-AD28-A584-9745-C137A40A1088}"/>
          </ac:spMkLst>
        </pc:spChg>
        <pc:spChg chg="add">
          <ac:chgData name="Jester Cruz" userId="cef549b3abb019a4" providerId="LiveId" clId="{7E02F5D0-5475-482C-A325-8A07B738F8E2}" dt="2026-10-18T21:26:07.166" v="180" actId="22"/>
          <ac:spMkLst>
            <pc:docMk/>
            <pc:sldMk cId="0" sldId="261"/>
            <ac:spMk id="11" creationId="{D568AC8E-F469-887D-2A17-C8FE430663C7}"/>
          </ac:spMkLst>
        </pc:spChg>
        <pc:spChg chg="add">
          <ac:chgData name="Jester Cruz" userId="cef549b3abb019a4" providerId="LiveId" clId="{7E02F5D0-5475-482C-A325-8A07B738F8E2}" dt="2026-10-18T21:26:07.166" v="180" actId="22"/>
          <ac:spMkLst>
            <pc:docMk/>
            <pc:sldMk cId="0" sldId="261"/>
            <ac:spMk id="13" creationId="{0E5006F0-5A12-32CF-78B0-A15420ED89BF}"/>
          </ac:spMkLst>
        </pc:spChg>
        <pc:spChg chg="add">
          <ac:chgData name="Jester Cruz" userId="cef549b3abb019a4" providerId="LiveId" clId="{7E02F5D0-5475-482C-A325-8A07B738F8E2}" dt="2026-10-18T21:26:07.166" v="180" actId="22"/>
          <ac:spMkLst>
            <pc:docMk/>
            <pc:sldMk cId="0" sldId="261"/>
            <ac:spMk id="15" creationId="{10810CF8-ADDE-1CE2-1BCA-A901BD05725B}"/>
          </ac:spMkLst>
        </pc:spChg>
        <pc:spChg chg="add">
          <ac:chgData name="Jester Cruz" userId="cef549b3abb019a4" providerId="LiveId" clId="{7E02F5D0-5475-482C-A325-8A07B738F8E2}" dt="2026-10-18T21:26:07.166" v="180" actId="22"/>
          <ac:spMkLst>
            <pc:docMk/>
            <pc:sldMk cId="0" sldId="261"/>
            <ac:spMk id="17" creationId="{25B198C6-AAA8-7E36-0582-520128E7B4D9}"/>
          </ac:spMkLst>
        </pc:spChg>
        <pc:spChg chg="add">
          <ac:chgData name="Jester Cruz" userId="cef549b3abb019a4" providerId="LiveId" clId="{7E02F5D0-5475-482C-A325-8A07B738F8E2}" dt="2026-10-18T21:26:07.166" v="180" actId="22"/>
          <ac:spMkLst>
            <pc:docMk/>
            <pc:sldMk cId="0" sldId="261"/>
            <ac:spMk id="19" creationId="{A543673E-6554-A633-763C-E9964DCD277A}"/>
          </ac:spMkLst>
        </pc:spChg>
        <pc:spChg chg="add">
          <ac:chgData name="Jester Cruz" userId="cef549b3abb019a4" providerId="LiveId" clId="{7E02F5D0-5475-482C-A325-8A07B738F8E2}" dt="2026-10-18T21:26:07.166" v="180" actId="22"/>
          <ac:spMkLst>
            <pc:docMk/>
            <pc:sldMk cId="0" sldId="261"/>
            <ac:spMk id="21" creationId="{B66434BB-02A6-1A8D-1A1F-C0AB918B0D56}"/>
          </ac:spMkLst>
        </pc:spChg>
        <pc:spChg chg="add">
          <ac:chgData name="Jester Cruz" userId="cef549b3abb019a4" providerId="LiveId" clId="{7E02F5D0-5475-482C-A325-8A07B738F8E2}" dt="2026-10-18T21:26:07.166" v="180" actId="22"/>
          <ac:spMkLst>
            <pc:docMk/>
            <pc:sldMk cId="0" sldId="261"/>
            <ac:spMk id="23" creationId="{F3AF2EA5-CC59-F32F-1324-280A934C6B6E}"/>
          </ac:spMkLst>
        </pc:spChg>
        <pc:spChg chg="add">
          <ac:chgData name="Jester Cruz" userId="cef549b3abb019a4" providerId="LiveId" clId="{7E02F5D0-5475-482C-A325-8A07B738F8E2}" dt="2026-10-18T21:26:07.166" v="180" actId="22"/>
          <ac:spMkLst>
            <pc:docMk/>
            <pc:sldMk cId="0" sldId="261"/>
            <ac:spMk id="25" creationId="{E1A616B2-CA2F-BC1D-AC90-B93F738B88AD}"/>
          </ac:spMkLst>
        </pc:spChg>
        <pc:spChg chg="del">
          <ac:chgData name="Jester Cruz" userId="cef549b3abb019a4" providerId="LiveId" clId="{7E02F5D0-5475-482C-A325-8A07B738F8E2}" dt="2026-10-18T21:26:03.037" v="178" actId="478"/>
          <ac:spMkLst>
            <pc:docMk/>
            <pc:sldMk cId="0" sldId="261"/>
            <ac:spMk id="182" creationId="{00000000-0000-0000-0000-000000000000}"/>
          </ac:spMkLst>
        </pc:spChg>
        <pc:picChg chg="del">
          <ac:chgData name="Jester Cruz" userId="cef549b3abb019a4" providerId="LiveId" clId="{7E02F5D0-5475-482C-A325-8A07B738F8E2}" dt="2026-10-18T21:26:14.308" v="181" actId="478"/>
          <ac:picMkLst>
            <pc:docMk/>
            <pc:sldMk cId="0" sldId="261"/>
            <ac:picMk id="5" creationId="{7B731B4C-FE9A-2E56-9D7F-05057561A651}"/>
          </ac:picMkLst>
        </pc:picChg>
        <pc:picChg chg="add mod">
          <ac:chgData name="Jester Cruz" userId="cef549b3abb019a4" providerId="LiveId" clId="{7E02F5D0-5475-482C-A325-8A07B738F8E2}" dt="2026-10-18T23:40:17.328" v="615"/>
          <ac:picMkLst>
            <pc:docMk/>
            <pc:sldMk cId="0" sldId="261"/>
            <ac:picMk id="14" creationId="{92F4BBDB-5782-8372-1184-FB18DB51A521}"/>
          </ac:picMkLst>
        </pc:picChg>
      </pc:sldChg>
      <pc:sldChg chg="addSp delSp modSp mod modTransition modAnim modNotesTx">
        <pc:chgData name="Jester Cruz" userId="cef549b3abb019a4" providerId="LiveId" clId="{7E02F5D0-5475-482C-A325-8A07B738F8E2}" dt="2026-10-18T23:47:23.536" v="619"/>
        <pc:sldMkLst>
          <pc:docMk/>
          <pc:sldMk cId="0" sldId="262"/>
        </pc:sldMkLst>
        <pc:spChg chg="add del mod">
          <ac:chgData name="Jester Cruz" userId="cef549b3abb019a4" providerId="LiveId" clId="{7E02F5D0-5475-482C-A325-8A07B738F8E2}" dt="2026-10-18T21:27:33.402" v="183" actId="478"/>
          <ac:spMkLst>
            <pc:docMk/>
            <pc:sldMk cId="0" sldId="262"/>
            <ac:spMk id="3" creationId="{3B1B195A-2362-CCEF-2084-8D328F4D9E52}"/>
          </ac:spMkLst>
        </pc:spChg>
        <pc:spChg chg="add">
          <ac:chgData name="Jester Cruz" userId="cef549b3abb019a4" providerId="LiveId" clId="{7E02F5D0-5475-482C-A325-8A07B738F8E2}" dt="2026-10-18T21:27:35.049" v="184" actId="22"/>
          <ac:spMkLst>
            <pc:docMk/>
            <pc:sldMk cId="0" sldId="262"/>
            <ac:spMk id="5" creationId="{452C3CD7-7A56-C45C-4BF0-F04DCD846870}"/>
          </ac:spMkLst>
        </pc:spChg>
        <pc:spChg chg="add">
          <ac:chgData name="Jester Cruz" userId="cef549b3abb019a4" providerId="LiveId" clId="{7E02F5D0-5475-482C-A325-8A07B738F8E2}" dt="2026-10-18T21:27:35.049" v="184" actId="22"/>
          <ac:spMkLst>
            <pc:docMk/>
            <pc:sldMk cId="0" sldId="262"/>
            <ac:spMk id="7" creationId="{1064E080-BD93-F3EA-4A4B-10FF44418C95}"/>
          </ac:spMkLst>
        </pc:spChg>
        <pc:spChg chg="add">
          <ac:chgData name="Jester Cruz" userId="cef549b3abb019a4" providerId="LiveId" clId="{7E02F5D0-5475-482C-A325-8A07B738F8E2}" dt="2026-10-18T21:27:35.049" v="184" actId="22"/>
          <ac:spMkLst>
            <pc:docMk/>
            <pc:sldMk cId="0" sldId="262"/>
            <ac:spMk id="9" creationId="{EC3EAC46-3FB3-B3B1-79D0-507ED15677C0}"/>
          </ac:spMkLst>
        </pc:spChg>
        <pc:spChg chg="add">
          <ac:chgData name="Jester Cruz" userId="cef549b3abb019a4" providerId="LiveId" clId="{7E02F5D0-5475-482C-A325-8A07B738F8E2}" dt="2026-10-18T21:27:35.049" v="184" actId="22"/>
          <ac:spMkLst>
            <pc:docMk/>
            <pc:sldMk cId="0" sldId="262"/>
            <ac:spMk id="11" creationId="{42DA8307-57A1-E0DF-B5B1-0044678B8055}"/>
          </ac:spMkLst>
        </pc:spChg>
        <pc:spChg chg="add">
          <ac:chgData name="Jester Cruz" userId="cef549b3abb019a4" providerId="LiveId" clId="{7E02F5D0-5475-482C-A325-8A07B738F8E2}" dt="2026-10-18T21:27:35.049" v="184" actId="22"/>
          <ac:spMkLst>
            <pc:docMk/>
            <pc:sldMk cId="0" sldId="262"/>
            <ac:spMk id="13" creationId="{212C871A-6C14-B6A6-D772-372C88704174}"/>
          </ac:spMkLst>
        </pc:spChg>
        <pc:spChg chg="add">
          <ac:chgData name="Jester Cruz" userId="cef549b3abb019a4" providerId="LiveId" clId="{7E02F5D0-5475-482C-A325-8A07B738F8E2}" dt="2026-10-18T21:27:35.049" v="184" actId="22"/>
          <ac:spMkLst>
            <pc:docMk/>
            <pc:sldMk cId="0" sldId="262"/>
            <ac:spMk id="15" creationId="{7DDD3EEF-CE22-4B24-742E-58D358E96099}"/>
          </ac:spMkLst>
        </pc:spChg>
        <pc:spChg chg="add">
          <ac:chgData name="Jester Cruz" userId="cef549b3abb019a4" providerId="LiveId" clId="{7E02F5D0-5475-482C-A325-8A07B738F8E2}" dt="2026-10-18T21:27:35.049" v="184" actId="22"/>
          <ac:spMkLst>
            <pc:docMk/>
            <pc:sldMk cId="0" sldId="262"/>
            <ac:spMk id="17" creationId="{7365505D-A5A3-C4F3-EB96-3FF2CFA3D3D2}"/>
          </ac:spMkLst>
        </pc:spChg>
        <pc:spChg chg="add">
          <ac:chgData name="Jester Cruz" userId="cef549b3abb019a4" providerId="LiveId" clId="{7E02F5D0-5475-482C-A325-8A07B738F8E2}" dt="2026-10-18T21:27:35.049" v="184" actId="22"/>
          <ac:spMkLst>
            <pc:docMk/>
            <pc:sldMk cId="0" sldId="262"/>
            <ac:spMk id="19" creationId="{DE5F5609-00E2-45DE-1841-DD5F5871A84A}"/>
          </ac:spMkLst>
        </pc:spChg>
        <pc:spChg chg="add">
          <ac:chgData name="Jester Cruz" userId="cef549b3abb019a4" providerId="LiveId" clId="{7E02F5D0-5475-482C-A325-8A07B738F8E2}" dt="2026-10-18T21:27:35.049" v="184" actId="22"/>
          <ac:spMkLst>
            <pc:docMk/>
            <pc:sldMk cId="0" sldId="262"/>
            <ac:spMk id="21" creationId="{EB69F24D-F219-3B0A-083C-E71B532A36FF}"/>
          </ac:spMkLst>
        </pc:spChg>
        <pc:spChg chg="add">
          <ac:chgData name="Jester Cruz" userId="cef549b3abb019a4" providerId="LiveId" clId="{7E02F5D0-5475-482C-A325-8A07B738F8E2}" dt="2026-10-18T21:27:35.049" v="184" actId="22"/>
          <ac:spMkLst>
            <pc:docMk/>
            <pc:sldMk cId="0" sldId="262"/>
            <ac:spMk id="23" creationId="{D8A1F944-7E16-5C46-2EDF-E5CD59172F8B}"/>
          </ac:spMkLst>
        </pc:spChg>
        <pc:spChg chg="del">
          <ac:chgData name="Jester Cruz" userId="cef549b3abb019a4" providerId="LiveId" clId="{7E02F5D0-5475-482C-A325-8A07B738F8E2}" dt="2026-10-18T21:27:32.184" v="182" actId="478"/>
          <ac:spMkLst>
            <pc:docMk/>
            <pc:sldMk cId="0" sldId="262"/>
            <ac:spMk id="189" creationId="{00000000-0000-0000-0000-000000000000}"/>
          </ac:spMkLst>
        </pc:spChg>
        <pc:picChg chg="add del mod">
          <ac:chgData name="Jester Cruz" userId="cef549b3abb019a4" providerId="LiveId" clId="{7E02F5D0-5475-482C-A325-8A07B738F8E2}" dt="2026-10-18T23:46:59.022" v="618"/>
          <ac:picMkLst>
            <pc:docMk/>
            <pc:sldMk cId="0" sldId="262"/>
            <ac:picMk id="14" creationId="{624DAB3D-EDD9-E7F8-493F-F599A6D0A4F5}"/>
          </ac:picMkLst>
        </pc:picChg>
        <pc:picChg chg="add del mod ord">
          <ac:chgData name="Jester Cruz" userId="cef549b3abb019a4" providerId="LiveId" clId="{7E02F5D0-5475-482C-A325-8A07B738F8E2}" dt="2026-10-18T23:47:23.536" v="619"/>
          <ac:picMkLst>
            <pc:docMk/>
            <pc:sldMk cId="0" sldId="262"/>
            <ac:picMk id="20" creationId="{1FF619C4-BA48-A46D-3B75-9FAE959FF41F}"/>
          </ac:picMkLst>
        </pc:picChg>
        <pc:picChg chg="add mod">
          <ac:chgData name="Jester Cruz" userId="cef549b3abb019a4" providerId="LiveId" clId="{7E02F5D0-5475-482C-A325-8A07B738F8E2}" dt="2026-10-18T23:47:23.536" v="619"/>
          <ac:picMkLst>
            <pc:docMk/>
            <pc:sldMk cId="0" sldId="262"/>
            <ac:picMk id="22" creationId="{2EE270D2-03A6-655C-AA9C-2EE28A072861}"/>
          </ac:picMkLst>
        </pc:picChg>
      </pc:sldChg>
      <pc:sldChg chg="addSp delSp modSp mod modNotesTx">
        <pc:chgData name="Jester Cruz" userId="cef549b3abb019a4" providerId="LiveId" clId="{7E02F5D0-5475-482C-A325-8A07B738F8E2}" dt="2026-10-18T23:49:23.087" v="620"/>
        <pc:sldMkLst>
          <pc:docMk/>
          <pc:sldMk cId="0" sldId="263"/>
        </pc:sldMkLst>
        <pc:spChg chg="add del mod">
          <ac:chgData name="Jester Cruz" userId="cef549b3abb019a4" providerId="LiveId" clId="{7E02F5D0-5475-482C-A325-8A07B738F8E2}" dt="2026-10-18T21:28:21.561" v="186" actId="478"/>
          <ac:spMkLst>
            <pc:docMk/>
            <pc:sldMk cId="0" sldId="263"/>
            <ac:spMk id="3" creationId="{36FBA01A-CF19-C567-ECF1-5432C92A70A7}"/>
          </ac:spMkLst>
        </pc:spChg>
        <pc:spChg chg="add">
          <ac:chgData name="Jester Cruz" userId="cef549b3abb019a4" providerId="LiveId" clId="{7E02F5D0-5475-482C-A325-8A07B738F8E2}" dt="2026-10-18T21:28:42.877" v="187" actId="22"/>
          <ac:spMkLst>
            <pc:docMk/>
            <pc:sldMk cId="0" sldId="263"/>
            <ac:spMk id="5" creationId="{723993F9-391C-DA94-DF8B-6D4673C72397}"/>
          </ac:spMkLst>
        </pc:spChg>
        <pc:spChg chg="add">
          <ac:chgData name="Jester Cruz" userId="cef549b3abb019a4" providerId="LiveId" clId="{7E02F5D0-5475-482C-A325-8A07B738F8E2}" dt="2026-10-18T21:28:42.877" v="187" actId="22"/>
          <ac:spMkLst>
            <pc:docMk/>
            <pc:sldMk cId="0" sldId="263"/>
            <ac:spMk id="9" creationId="{0B4B0977-983B-5021-66F4-B9535C5E658E}"/>
          </ac:spMkLst>
        </pc:spChg>
        <pc:spChg chg="add">
          <ac:chgData name="Jester Cruz" userId="cef549b3abb019a4" providerId="LiveId" clId="{7E02F5D0-5475-482C-A325-8A07B738F8E2}" dt="2026-10-18T21:28:42.877" v="187" actId="22"/>
          <ac:spMkLst>
            <pc:docMk/>
            <pc:sldMk cId="0" sldId="263"/>
            <ac:spMk id="11" creationId="{24CEA531-8320-9047-158E-7BD86B0E5460}"/>
          </ac:spMkLst>
        </pc:spChg>
        <pc:spChg chg="add">
          <ac:chgData name="Jester Cruz" userId="cef549b3abb019a4" providerId="LiveId" clId="{7E02F5D0-5475-482C-A325-8A07B738F8E2}" dt="2026-10-18T21:28:42.877" v="187" actId="22"/>
          <ac:spMkLst>
            <pc:docMk/>
            <pc:sldMk cId="0" sldId="263"/>
            <ac:spMk id="13" creationId="{6E685FBE-DFFA-5A41-A94B-FA083A9D13D2}"/>
          </ac:spMkLst>
        </pc:spChg>
        <pc:spChg chg="add">
          <ac:chgData name="Jester Cruz" userId="cef549b3abb019a4" providerId="LiveId" clId="{7E02F5D0-5475-482C-A325-8A07B738F8E2}" dt="2026-10-18T21:28:42.877" v="187" actId="22"/>
          <ac:spMkLst>
            <pc:docMk/>
            <pc:sldMk cId="0" sldId="263"/>
            <ac:spMk id="15" creationId="{E198C143-F509-AB57-319A-36C965E8D4FC}"/>
          </ac:spMkLst>
        </pc:spChg>
        <pc:spChg chg="add mod">
          <ac:chgData name="Jester Cruz" userId="cef549b3abb019a4" providerId="LiveId" clId="{7E02F5D0-5475-482C-A325-8A07B738F8E2}" dt="2026-10-18T21:58:34.479" v="295" actId="1076"/>
          <ac:spMkLst>
            <pc:docMk/>
            <pc:sldMk cId="0" sldId="263"/>
            <ac:spMk id="16" creationId="{77866043-B12F-FB18-9DBA-07ABA9DCB8E4}"/>
          </ac:spMkLst>
        </pc:spChg>
        <pc:spChg chg="del">
          <ac:chgData name="Jester Cruz" userId="cef549b3abb019a4" providerId="LiveId" clId="{7E02F5D0-5475-482C-A325-8A07B738F8E2}" dt="2026-10-18T21:28:17.685" v="185" actId="478"/>
          <ac:spMkLst>
            <pc:docMk/>
            <pc:sldMk cId="0" sldId="263"/>
            <ac:spMk id="196" creationId="{00000000-0000-0000-0000-000000000000}"/>
          </ac:spMkLst>
        </pc:spChg>
        <pc:picChg chg="add">
          <ac:chgData name="Jester Cruz" userId="cef549b3abb019a4" providerId="LiveId" clId="{7E02F5D0-5475-482C-A325-8A07B738F8E2}" dt="2026-10-18T21:28:42.877" v="187" actId="22"/>
          <ac:picMkLst>
            <pc:docMk/>
            <pc:sldMk cId="0" sldId="263"/>
            <ac:picMk id="7" creationId="{F1756817-BD60-23A8-C884-2F8356A470B6}"/>
          </ac:picMkLst>
        </pc:picChg>
        <pc:picChg chg="add mod">
          <ac:chgData name="Jester Cruz" userId="cef549b3abb019a4" providerId="LiveId" clId="{7E02F5D0-5475-482C-A325-8A07B738F8E2}" dt="2026-10-18T23:49:23.087" v="620"/>
          <ac:picMkLst>
            <pc:docMk/>
            <pc:sldMk cId="0" sldId="263"/>
            <ac:picMk id="14" creationId="{F487C936-AD02-2681-7024-0E6D7EA048E2}"/>
          </ac:picMkLst>
        </pc:picChg>
      </pc:sldChg>
      <pc:sldChg chg="addSp modSp mod modNotesTx">
        <pc:chgData name="Jester Cruz" userId="cef549b3abb019a4" providerId="LiveId" clId="{7E02F5D0-5475-482C-A325-8A07B738F8E2}" dt="2026-10-19T00:00:47.251" v="628"/>
        <pc:sldMkLst>
          <pc:docMk/>
          <pc:sldMk cId="0" sldId="264"/>
        </pc:sldMkLst>
        <pc:spChg chg="add mod">
          <ac:chgData name="Jester Cruz" userId="cef549b3abb019a4" providerId="LiveId" clId="{7E02F5D0-5475-482C-A325-8A07B738F8E2}" dt="2026-10-18T21:38:06.250" v="235" actId="1076"/>
          <ac:spMkLst>
            <pc:docMk/>
            <pc:sldMk cId="0" sldId="264"/>
            <ac:spMk id="3" creationId="{497F5782-30B4-2039-6B53-C0446F47616E}"/>
          </ac:spMkLst>
        </pc:spChg>
        <pc:picChg chg="add mod">
          <ac:chgData name="Jester Cruz" userId="cef549b3abb019a4" providerId="LiveId" clId="{7E02F5D0-5475-482C-A325-8A07B738F8E2}" dt="2026-10-19T00:00:47.251" v="628"/>
          <ac:picMkLst>
            <pc:docMk/>
            <pc:sldMk cId="0" sldId="264"/>
            <ac:picMk id="9" creationId="{9A41996F-E8C5-FA5C-2620-201394BC885A}"/>
          </ac:picMkLst>
        </pc:picChg>
      </pc:sldChg>
      <pc:sldChg chg="addSp delSp modSp mod modTransition modAnim modNotesTx">
        <pc:chgData name="Jester Cruz" userId="cef549b3abb019a4" providerId="LiveId" clId="{7E02F5D0-5475-482C-A325-8A07B738F8E2}" dt="2026-10-19T00:02:26.428" v="632"/>
        <pc:sldMkLst>
          <pc:docMk/>
          <pc:sldMk cId="0" sldId="265"/>
        </pc:sldMkLst>
        <pc:spChg chg="add del mod">
          <ac:chgData name="Jester Cruz" userId="cef549b3abb019a4" providerId="LiveId" clId="{7E02F5D0-5475-482C-A325-8A07B738F8E2}" dt="2026-10-18T21:38:41.735" v="237" actId="478"/>
          <ac:spMkLst>
            <pc:docMk/>
            <pc:sldMk cId="0" sldId="265"/>
            <ac:spMk id="3" creationId="{21401449-89C6-70C8-4009-A2E97FCD1DC5}"/>
          </ac:spMkLst>
        </pc:spChg>
        <pc:spChg chg="add">
          <ac:chgData name="Jester Cruz" userId="cef549b3abb019a4" providerId="LiveId" clId="{7E02F5D0-5475-482C-A325-8A07B738F8E2}" dt="2026-10-18T21:38:43.151" v="238" actId="22"/>
          <ac:spMkLst>
            <pc:docMk/>
            <pc:sldMk cId="0" sldId="265"/>
            <ac:spMk id="5" creationId="{C4BCFEBA-E31B-549B-503D-3D826904BB00}"/>
          </ac:spMkLst>
        </pc:spChg>
        <pc:spChg chg="add">
          <ac:chgData name="Jester Cruz" userId="cef549b3abb019a4" providerId="LiveId" clId="{7E02F5D0-5475-482C-A325-8A07B738F8E2}" dt="2026-10-18T21:38:43.151" v="238" actId="22"/>
          <ac:spMkLst>
            <pc:docMk/>
            <pc:sldMk cId="0" sldId="265"/>
            <ac:spMk id="7" creationId="{CF9F118B-5D81-2744-3809-3103842ABE76}"/>
          </ac:spMkLst>
        </pc:spChg>
        <pc:spChg chg="add">
          <ac:chgData name="Jester Cruz" userId="cef549b3abb019a4" providerId="LiveId" clId="{7E02F5D0-5475-482C-A325-8A07B738F8E2}" dt="2026-10-18T21:38:43.151" v="238" actId="22"/>
          <ac:spMkLst>
            <pc:docMk/>
            <pc:sldMk cId="0" sldId="265"/>
            <ac:spMk id="9" creationId="{14029BF1-4056-4A7B-813D-CD0A75DD3B90}"/>
          </ac:spMkLst>
        </pc:spChg>
        <pc:spChg chg="add">
          <ac:chgData name="Jester Cruz" userId="cef549b3abb019a4" providerId="LiveId" clId="{7E02F5D0-5475-482C-A325-8A07B738F8E2}" dt="2026-10-18T21:38:43.151" v="238" actId="22"/>
          <ac:spMkLst>
            <pc:docMk/>
            <pc:sldMk cId="0" sldId="265"/>
            <ac:spMk id="11" creationId="{6652C199-AD14-3908-B908-E9257F2A11CD}"/>
          </ac:spMkLst>
        </pc:spChg>
        <pc:spChg chg="add">
          <ac:chgData name="Jester Cruz" userId="cef549b3abb019a4" providerId="LiveId" clId="{7E02F5D0-5475-482C-A325-8A07B738F8E2}" dt="2026-10-18T21:38:43.151" v="238" actId="22"/>
          <ac:spMkLst>
            <pc:docMk/>
            <pc:sldMk cId="0" sldId="265"/>
            <ac:spMk id="13" creationId="{E0604A1C-8079-1E39-490E-10A170F12ED5}"/>
          </ac:spMkLst>
        </pc:spChg>
        <pc:spChg chg="add">
          <ac:chgData name="Jester Cruz" userId="cef549b3abb019a4" providerId="LiveId" clId="{7E02F5D0-5475-482C-A325-8A07B738F8E2}" dt="2026-10-18T21:38:43.151" v="238" actId="22"/>
          <ac:spMkLst>
            <pc:docMk/>
            <pc:sldMk cId="0" sldId="265"/>
            <ac:spMk id="17" creationId="{950227D4-8025-3961-51F7-6E3EFC8C0C0C}"/>
          </ac:spMkLst>
        </pc:spChg>
        <pc:spChg chg="add">
          <ac:chgData name="Jester Cruz" userId="cef549b3abb019a4" providerId="LiveId" clId="{7E02F5D0-5475-482C-A325-8A07B738F8E2}" dt="2026-10-18T21:38:43.151" v="238" actId="22"/>
          <ac:spMkLst>
            <pc:docMk/>
            <pc:sldMk cId="0" sldId="265"/>
            <ac:spMk id="19" creationId="{7CB7541D-5B10-2F37-626F-8BFE6B34FE88}"/>
          </ac:spMkLst>
        </pc:spChg>
        <pc:spChg chg="add">
          <ac:chgData name="Jester Cruz" userId="cef549b3abb019a4" providerId="LiveId" clId="{7E02F5D0-5475-482C-A325-8A07B738F8E2}" dt="2026-10-18T21:38:43.151" v="238" actId="22"/>
          <ac:spMkLst>
            <pc:docMk/>
            <pc:sldMk cId="0" sldId="265"/>
            <ac:spMk id="21" creationId="{FF5F13ED-39AB-80F4-954B-A22400CFBBC7}"/>
          </ac:spMkLst>
        </pc:spChg>
        <pc:spChg chg="add">
          <ac:chgData name="Jester Cruz" userId="cef549b3abb019a4" providerId="LiveId" clId="{7E02F5D0-5475-482C-A325-8A07B738F8E2}" dt="2026-10-18T21:38:43.151" v="238" actId="22"/>
          <ac:spMkLst>
            <pc:docMk/>
            <pc:sldMk cId="0" sldId="265"/>
            <ac:spMk id="23" creationId="{47B042E1-E2FD-49AF-B39D-3CE8515703ED}"/>
          </ac:spMkLst>
        </pc:spChg>
        <pc:spChg chg="add">
          <ac:chgData name="Jester Cruz" userId="cef549b3abb019a4" providerId="LiveId" clId="{7E02F5D0-5475-482C-A325-8A07B738F8E2}" dt="2026-10-18T21:38:43.151" v="238" actId="22"/>
          <ac:spMkLst>
            <pc:docMk/>
            <pc:sldMk cId="0" sldId="265"/>
            <ac:spMk id="29" creationId="{44501A3D-7B64-60CB-11A6-591CCE4E15B2}"/>
          </ac:spMkLst>
        </pc:spChg>
        <pc:spChg chg="del">
          <ac:chgData name="Jester Cruz" userId="cef549b3abb019a4" providerId="LiveId" clId="{7E02F5D0-5475-482C-A325-8A07B738F8E2}" dt="2026-10-18T21:38:36.486" v="236" actId="478"/>
          <ac:spMkLst>
            <pc:docMk/>
            <pc:sldMk cId="0" sldId="265"/>
            <ac:spMk id="210" creationId="{00000000-0000-0000-0000-000000000000}"/>
          </ac:spMkLst>
        </pc:spChg>
        <pc:picChg chg="add del mod">
          <ac:chgData name="Jester Cruz" userId="cef549b3abb019a4" providerId="LiveId" clId="{7E02F5D0-5475-482C-A325-8A07B738F8E2}" dt="2026-10-19T00:01:58.663" v="631"/>
          <ac:picMkLst>
            <pc:docMk/>
            <pc:sldMk cId="0" sldId="265"/>
            <ac:picMk id="12" creationId="{8960F018-1F40-77B7-9D32-6D43F992EC47}"/>
          </ac:picMkLst>
        </pc:picChg>
        <pc:picChg chg="add del mod ord">
          <ac:chgData name="Jester Cruz" userId="cef549b3abb019a4" providerId="LiveId" clId="{7E02F5D0-5475-482C-A325-8A07B738F8E2}" dt="2026-10-19T00:02:26.428" v="632"/>
          <ac:picMkLst>
            <pc:docMk/>
            <pc:sldMk cId="0" sldId="265"/>
            <ac:picMk id="18" creationId="{83F44273-8B2E-87AD-E332-CBB1A2E5053E}"/>
          </ac:picMkLst>
        </pc:picChg>
        <pc:picChg chg="add mod">
          <ac:chgData name="Jester Cruz" userId="cef549b3abb019a4" providerId="LiveId" clId="{7E02F5D0-5475-482C-A325-8A07B738F8E2}" dt="2026-10-19T00:02:26.428" v="632"/>
          <ac:picMkLst>
            <pc:docMk/>
            <pc:sldMk cId="0" sldId="265"/>
            <ac:picMk id="20" creationId="{74974086-A815-AD55-9573-343820E77945}"/>
          </ac:picMkLst>
        </pc:picChg>
      </pc:sldChg>
      <pc:sldChg chg="addSp delSp modSp mod modNotesTx">
        <pc:chgData name="Jester Cruz" userId="cef549b3abb019a4" providerId="LiveId" clId="{7E02F5D0-5475-482C-A325-8A07B738F8E2}" dt="2026-10-19T00:03:45.259" v="633"/>
        <pc:sldMkLst>
          <pc:docMk/>
          <pc:sldMk cId="0" sldId="266"/>
        </pc:sldMkLst>
        <pc:spChg chg="add del mod">
          <ac:chgData name="Jester Cruz" userId="cef549b3abb019a4" providerId="LiveId" clId="{7E02F5D0-5475-482C-A325-8A07B738F8E2}" dt="2026-10-18T21:39:10.484" v="240" actId="478"/>
          <ac:spMkLst>
            <pc:docMk/>
            <pc:sldMk cId="0" sldId="266"/>
            <ac:spMk id="3" creationId="{E0868BD8-13ED-223C-015A-3FDA3CE2C03E}"/>
          </ac:spMkLst>
        </pc:spChg>
        <pc:spChg chg="add">
          <ac:chgData name="Jester Cruz" userId="cef549b3abb019a4" providerId="LiveId" clId="{7E02F5D0-5475-482C-A325-8A07B738F8E2}" dt="2026-10-18T21:39:11.590" v="241" actId="22"/>
          <ac:spMkLst>
            <pc:docMk/>
            <pc:sldMk cId="0" sldId="266"/>
            <ac:spMk id="5" creationId="{D5204F6F-E908-830C-77CF-188084465B7A}"/>
          </ac:spMkLst>
        </pc:spChg>
        <pc:spChg chg="add">
          <ac:chgData name="Jester Cruz" userId="cef549b3abb019a4" providerId="LiveId" clId="{7E02F5D0-5475-482C-A325-8A07B738F8E2}" dt="2026-10-18T21:39:11.590" v="241" actId="22"/>
          <ac:spMkLst>
            <pc:docMk/>
            <pc:sldMk cId="0" sldId="266"/>
            <ac:spMk id="7" creationId="{4BCC6E44-86E1-3FBA-F724-FCCD15C45F61}"/>
          </ac:spMkLst>
        </pc:spChg>
        <pc:spChg chg="add">
          <ac:chgData name="Jester Cruz" userId="cef549b3abb019a4" providerId="LiveId" clId="{7E02F5D0-5475-482C-A325-8A07B738F8E2}" dt="2026-10-18T21:39:11.590" v="241" actId="22"/>
          <ac:spMkLst>
            <pc:docMk/>
            <pc:sldMk cId="0" sldId="266"/>
            <ac:spMk id="9" creationId="{2E5B2B98-E38E-6918-4F1D-C610028A39E5}"/>
          </ac:spMkLst>
        </pc:spChg>
        <pc:spChg chg="add">
          <ac:chgData name="Jester Cruz" userId="cef549b3abb019a4" providerId="LiveId" clId="{7E02F5D0-5475-482C-A325-8A07B738F8E2}" dt="2026-10-18T21:39:11.590" v="241" actId="22"/>
          <ac:spMkLst>
            <pc:docMk/>
            <pc:sldMk cId="0" sldId="266"/>
            <ac:spMk id="11" creationId="{8A32FE89-EDB8-D6CC-3E12-96E4F691938C}"/>
          </ac:spMkLst>
        </pc:spChg>
        <pc:spChg chg="add">
          <ac:chgData name="Jester Cruz" userId="cef549b3abb019a4" providerId="LiveId" clId="{7E02F5D0-5475-482C-A325-8A07B738F8E2}" dt="2026-10-18T21:39:11.590" v="241" actId="22"/>
          <ac:spMkLst>
            <pc:docMk/>
            <pc:sldMk cId="0" sldId="266"/>
            <ac:spMk id="13" creationId="{B600EED5-7942-115C-C61B-F0E7C5E98859}"/>
          </ac:spMkLst>
        </pc:spChg>
        <pc:spChg chg="add">
          <ac:chgData name="Jester Cruz" userId="cef549b3abb019a4" providerId="LiveId" clId="{7E02F5D0-5475-482C-A325-8A07B738F8E2}" dt="2026-10-18T21:39:11.590" v="241" actId="22"/>
          <ac:spMkLst>
            <pc:docMk/>
            <pc:sldMk cId="0" sldId="266"/>
            <ac:spMk id="15" creationId="{4D78E33A-1D71-625F-15EF-3802FF7E6831}"/>
          </ac:spMkLst>
        </pc:spChg>
        <pc:spChg chg="add">
          <ac:chgData name="Jester Cruz" userId="cef549b3abb019a4" providerId="LiveId" clId="{7E02F5D0-5475-482C-A325-8A07B738F8E2}" dt="2026-10-18T21:39:11.590" v="241" actId="22"/>
          <ac:spMkLst>
            <pc:docMk/>
            <pc:sldMk cId="0" sldId="266"/>
            <ac:spMk id="17" creationId="{196CCC0A-2673-6C38-7ED2-A35CAE6AEF1E}"/>
          </ac:spMkLst>
        </pc:spChg>
        <pc:spChg chg="add">
          <ac:chgData name="Jester Cruz" userId="cef549b3abb019a4" providerId="LiveId" clId="{7E02F5D0-5475-482C-A325-8A07B738F8E2}" dt="2026-10-18T21:39:11.590" v="241" actId="22"/>
          <ac:spMkLst>
            <pc:docMk/>
            <pc:sldMk cId="0" sldId="266"/>
            <ac:spMk id="19" creationId="{5BCBB458-9CC2-4C97-B746-0939B0DED3FA}"/>
          </ac:spMkLst>
        </pc:spChg>
        <pc:spChg chg="add">
          <ac:chgData name="Jester Cruz" userId="cef549b3abb019a4" providerId="LiveId" clId="{7E02F5D0-5475-482C-A325-8A07B738F8E2}" dt="2026-10-18T21:39:11.590" v="241" actId="22"/>
          <ac:spMkLst>
            <pc:docMk/>
            <pc:sldMk cId="0" sldId="266"/>
            <ac:spMk id="21" creationId="{48B759E3-AD0A-16FD-68A3-61D575E1037B}"/>
          </ac:spMkLst>
        </pc:spChg>
        <pc:spChg chg="add">
          <ac:chgData name="Jester Cruz" userId="cef549b3abb019a4" providerId="LiveId" clId="{7E02F5D0-5475-482C-A325-8A07B738F8E2}" dt="2026-10-18T21:39:11.590" v="241" actId="22"/>
          <ac:spMkLst>
            <pc:docMk/>
            <pc:sldMk cId="0" sldId="266"/>
            <ac:spMk id="23" creationId="{49014C41-8EF7-507A-FB7C-DB1AF291581F}"/>
          </ac:spMkLst>
        </pc:spChg>
        <pc:spChg chg="del">
          <ac:chgData name="Jester Cruz" userId="cef549b3abb019a4" providerId="LiveId" clId="{7E02F5D0-5475-482C-A325-8A07B738F8E2}" dt="2026-10-18T21:39:06.773" v="239" actId="478"/>
          <ac:spMkLst>
            <pc:docMk/>
            <pc:sldMk cId="0" sldId="266"/>
            <ac:spMk id="217" creationId="{00000000-0000-0000-0000-000000000000}"/>
          </ac:spMkLst>
        </pc:spChg>
        <pc:picChg chg="add mod">
          <ac:chgData name="Jester Cruz" userId="cef549b3abb019a4" providerId="LiveId" clId="{7E02F5D0-5475-482C-A325-8A07B738F8E2}" dt="2026-10-19T00:03:45.259" v="633"/>
          <ac:picMkLst>
            <pc:docMk/>
            <pc:sldMk cId="0" sldId="266"/>
            <ac:picMk id="12" creationId="{DBCC851C-5E1C-9B42-D9F5-87A8817ECF82}"/>
          </ac:picMkLst>
        </pc:picChg>
      </pc:sldChg>
      <pc:sldChg chg="addSp delSp modSp mod modNotesTx">
        <pc:chgData name="Jester Cruz" userId="cef549b3abb019a4" providerId="LiveId" clId="{7E02F5D0-5475-482C-A325-8A07B738F8E2}" dt="2026-10-19T00:05:29.785" v="634"/>
        <pc:sldMkLst>
          <pc:docMk/>
          <pc:sldMk cId="0" sldId="267"/>
        </pc:sldMkLst>
        <pc:spChg chg="add del mod">
          <ac:chgData name="Jester Cruz" userId="cef549b3abb019a4" providerId="LiveId" clId="{7E02F5D0-5475-482C-A325-8A07B738F8E2}" dt="2026-10-18T21:39:51.354" v="243" actId="478"/>
          <ac:spMkLst>
            <pc:docMk/>
            <pc:sldMk cId="0" sldId="267"/>
            <ac:spMk id="3" creationId="{E367EE2F-D705-0812-A7EB-FBA3A587A42D}"/>
          </ac:spMkLst>
        </pc:spChg>
        <pc:spChg chg="add">
          <ac:chgData name="Jester Cruz" userId="cef549b3abb019a4" providerId="LiveId" clId="{7E02F5D0-5475-482C-A325-8A07B738F8E2}" dt="2026-10-18T21:39:52.364" v="244" actId="22"/>
          <ac:spMkLst>
            <pc:docMk/>
            <pc:sldMk cId="0" sldId="267"/>
            <ac:spMk id="5" creationId="{29798DCC-2BD3-E806-3735-6D8442E08A20}"/>
          </ac:spMkLst>
        </pc:spChg>
        <pc:spChg chg="add">
          <ac:chgData name="Jester Cruz" userId="cef549b3abb019a4" providerId="LiveId" clId="{7E02F5D0-5475-482C-A325-8A07B738F8E2}" dt="2026-10-18T21:39:52.364" v="244" actId="22"/>
          <ac:spMkLst>
            <pc:docMk/>
            <pc:sldMk cId="0" sldId="267"/>
            <ac:spMk id="7" creationId="{24855026-434E-FB31-74F1-B4C35596CA97}"/>
          </ac:spMkLst>
        </pc:spChg>
        <pc:spChg chg="add">
          <ac:chgData name="Jester Cruz" userId="cef549b3abb019a4" providerId="LiveId" clId="{7E02F5D0-5475-482C-A325-8A07B738F8E2}" dt="2026-10-18T21:39:52.364" v="244" actId="22"/>
          <ac:spMkLst>
            <pc:docMk/>
            <pc:sldMk cId="0" sldId="267"/>
            <ac:spMk id="9" creationId="{241395FC-1FF2-6C75-04B0-1994E50C93B5}"/>
          </ac:spMkLst>
        </pc:spChg>
        <pc:spChg chg="add">
          <ac:chgData name="Jester Cruz" userId="cef549b3abb019a4" providerId="LiveId" clId="{7E02F5D0-5475-482C-A325-8A07B738F8E2}" dt="2026-10-18T21:39:52.364" v="244" actId="22"/>
          <ac:spMkLst>
            <pc:docMk/>
            <pc:sldMk cId="0" sldId="267"/>
            <ac:spMk id="11" creationId="{C1B81D94-F0E1-CBC1-AD4E-B0B6442E559B}"/>
          </ac:spMkLst>
        </pc:spChg>
        <pc:spChg chg="add">
          <ac:chgData name="Jester Cruz" userId="cef549b3abb019a4" providerId="LiveId" clId="{7E02F5D0-5475-482C-A325-8A07B738F8E2}" dt="2026-10-18T21:39:52.364" v="244" actId="22"/>
          <ac:spMkLst>
            <pc:docMk/>
            <pc:sldMk cId="0" sldId="267"/>
            <ac:spMk id="13" creationId="{5BA09D2C-3438-ABEF-DD59-28D55B18D550}"/>
          </ac:spMkLst>
        </pc:spChg>
        <pc:spChg chg="add">
          <ac:chgData name="Jester Cruz" userId="cef549b3abb019a4" providerId="LiveId" clId="{7E02F5D0-5475-482C-A325-8A07B738F8E2}" dt="2026-10-18T21:39:52.364" v="244" actId="22"/>
          <ac:spMkLst>
            <pc:docMk/>
            <pc:sldMk cId="0" sldId="267"/>
            <ac:spMk id="15" creationId="{1E43E4A2-EB43-44A9-5625-1BCC47789A00}"/>
          </ac:spMkLst>
        </pc:spChg>
        <pc:spChg chg="add">
          <ac:chgData name="Jester Cruz" userId="cef549b3abb019a4" providerId="LiveId" clId="{7E02F5D0-5475-482C-A325-8A07B738F8E2}" dt="2026-10-18T21:39:52.364" v="244" actId="22"/>
          <ac:spMkLst>
            <pc:docMk/>
            <pc:sldMk cId="0" sldId="267"/>
            <ac:spMk id="17" creationId="{EA066C0E-9BCB-2A87-728F-70F8CF490AAB}"/>
          </ac:spMkLst>
        </pc:spChg>
        <pc:spChg chg="del">
          <ac:chgData name="Jester Cruz" userId="cef549b3abb019a4" providerId="LiveId" clId="{7E02F5D0-5475-482C-A325-8A07B738F8E2}" dt="2026-10-18T21:39:47.915" v="242" actId="478"/>
          <ac:spMkLst>
            <pc:docMk/>
            <pc:sldMk cId="0" sldId="267"/>
            <ac:spMk id="224" creationId="{00000000-0000-0000-0000-000000000000}"/>
          </ac:spMkLst>
        </pc:spChg>
        <pc:picChg chg="add mod">
          <ac:chgData name="Jester Cruz" userId="cef549b3abb019a4" providerId="LiveId" clId="{7E02F5D0-5475-482C-A325-8A07B738F8E2}" dt="2026-10-19T00:05:29.785" v="634"/>
          <ac:picMkLst>
            <pc:docMk/>
            <pc:sldMk cId="0" sldId="267"/>
            <ac:picMk id="10" creationId="{617D4587-712B-0A75-3C93-378F54804DE3}"/>
          </ac:picMkLst>
        </pc:picChg>
      </pc:sldChg>
      <pc:sldChg chg="addSp delSp modSp mod modNotesTx">
        <pc:chgData name="Jester Cruz" userId="cef549b3abb019a4" providerId="LiveId" clId="{7E02F5D0-5475-482C-A325-8A07B738F8E2}" dt="2026-10-19T00:06:42.833" v="635"/>
        <pc:sldMkLst>
          <pc:docMk/>
          <pc:sldMk cId="0" sldId="268"/>
        </pc:sldMkLst>
        <pc:spChg chg="add del mod">
          <ac:chgData name="Jester Cruz" userId="cef549b3abb019a4" providerId="LiveId" clId="{7E02F5D0-5475-482C-A325-8A07B738F8E2}" dt="2026-10-18T21:40:17.571" v="246" actId="478"/>
          <ac:spMkLst>
            <pc:docMk/>
            <pc:sldMk cId="0" sldId="268"/>
            <ac:spMk id="3" creationId="{1816C82C-F4CE-B6E8-EDE8-A4CA198FC097}"/>
          </ac:spMkLst>
        </pc:spChg>
        <pc:spChg chg="add mod">
          <ac:chgData name="Jester Cruz" userId="cef549b3abb019a4" providerId="LiveId" clId="{7E02F5D0-5475-482C-A325-8A07B738F8E2}" dt="2026-10-18T21:59:58.766" v="300" actId="20577"/>
          <ac:spMkLst>
            <pc:docMk/>
            <pc:sldMk cId="0" sldId="268"/>
            <ac:spMk id="5" creationId="{087B2574-2883-3BB7-BE8D-EB8E8C690B10}"/>
          </ac:spMkLst>
        </pc:spChg>
        <pc:spChg chg="add">
          <ac:chgData name="Jester Cruz" userId="cef549b3abb019a4" providerId="LiveId" clId="{7E02F5D0-5475-482C-A325-8A07B738F8E2}" dt="2026-10-18T21:40:18.558" v="247" actId="22"/>
          <ac:spMkLst>
            <pc:docMk/>
            <pc:sldMk cId="0" sldId="268"/>
            <ac:spMk id="7" creationId="{1277B006-D655-1684-68F3-D270148A7BE8}"/>
          </ac:spMkLst>
        </pc:spChg>
        <pc:spChg chg="del">
          <ac:chgData name="Jester Cruz" userId="cef549b3abb019a4" providerId="LiveId" clId="{7E02F5D0-5475-482C-A325-8A07B738F8E2}" dt="2026-10-18T21:40:15.075" v="245" actId="478"/>
          <ac:spMkLst>
            <pc:docMk/>
            <pc:sldMk cId="0" sldId="268"/>
            <ac:spMk id="231" creationId="{00000000-0000-0000-0000-000000000000}"/>
          </ac:spMkLst>
        </pc:spChg>
        <pc:picChg chg="add mod">
          <ac:chgData name="Jester Cruz" userId="cef549b3abb019a4" providerId="LiveId" clId="{7E02F5D0-5475-482C-A325-8A07B738F8E2}" dt="2026-10-19T00:06:42.833" v="635"/>
          <ac:picMkLst>
            <pc:docMk/>
            <pc:sldMk cId="0" sldId="268"/>
            <ac:picMk id="9" creationId="{C5A1EA8A-7BC0-099C-A0CD-54E0CB0EDF16}"/>
          </ac:picMkLst>
        </pc:picChg>
      </pc:sldChg>
      <pc:sldChg chg="addSp delSp modSp mod modNotesTx">
        <pc:chgData name="Jester Cruz" userId="cef549b3abb019a4" providerId="LiveId" clId="{7E02F5D0-5475-482C-A325-8A07B738F8E2}" dt="2026-10-19T00:07:18.492" v="636"/>
        <pc:sldMkLst>
          <pc:docMk/>
          <pc:sldMk cId="0" sldId="269"/>
        </pc:sldMkLst>
        <pc:spChg chg="add del mod">
          <ac:chgData name="Jester Cruz" userId="cef549b3abb019a4" providerId="LiveId" clId="{7E02F5D0-5475-482C-A325-8A07B738F8E2}" dt="2026-10-18T21:41:03.187" v="249" actId="478"/>
          <ac:spMkLst>
            <pc:docMk/>
            <pc:sldMk cId="0" sldId="269"/>
            <ac:spMk id="3" creationId="{E9B53D5F-E69B-4025-C6DB-C720AD7EBB4B}"/>
          </ac:spMkLst>
        </pc:spChg>
        <pc:spChg chg="add">
          <ac:chgData name="Jester Cruz" userId="cef549b3abb019a4" providerId="LiveId" clId="{7E02F5D0-5475-482C-A325-8A07B738F8E2}" dt="2026-10-18T21:41:05.726" v="250" actId="22"/>
          <ac:spMkLst>
            <pc:docMk/>
            <pc:sldMk cId="0" sldId="269"/>
            <ac:spMk id="5" creationId="{3E0BED49-2F87-4743-5A5E-F696F872BC51}"/>
          </ac:spMkLst>
        </pc:spChg>
        <pc:spChg chg="add">
          <ac:chgData name="Jester Cruz" userId="cef549b3abb019a4" providerId="LiveId" clId="{7E02F5D0-5475-482C-A325-8A07B738F8E2}" dt="2026-10-18T21:41:05.726" v="250" actId="22"/>
          <ac:spMkLst>
            <pc:docMk/>
            <pc:sldMk cId="0" sldId="269"/>
            <ac:spMk id="7" creationId="{F3A198DA-C800-EF92-A715-3C4F7EEC83CB}"/>
          </ac:spMkLst>
        </pc:spChg>
        <pc:spChg chg="add mod">
          <ac:chgData name="Jester Cruz" userId="cef549b3abb019a4" providerId="LiveId" clId="{7E02F5D0-5475-482C-A325-8A07B738F8E2}" dt="2026-10-18T21:41:30.546" v="251" actId="20577"/>
          <ac:spMkLst>
            <pc:docMk/>
            <pc:sldMk cId="0" sldId="269"/>
            <ac:spMk id="9" creationId="{A283005C-47D5-66CF-14AA-9D2974B8EB75}"/>
          </ac:spMkLst>
        </pc:spChg>
        <pc:spChg chg="add mod">
          <ac:chgData name="Jester Cruz" userId="cef549b3abb019a4" providerId="LiveId" clId="{7E02F5D0-5475-482C-A325-8A07B738F8E2}" dt="2026-10-18T21:41:33.781" v="252" actId="20577"/>
          <ac:spMkLst>
            <pc:docMk/>
            <pc:sldMk cId="0" sldId="269"/>
            <ac:spMk id="11" creationId="{15142E90-4FE9-5D69-FDEC-AB8EB37F9320}"/>
          </ac:spMkLst>
        </pc:spChg>
        <pc:spChg chg="add mod">
          <ac:chgData name="Jester Cruz" userId="cef549b3abb019a4" providerId="LiveId" clId="{7E02F5D0-5475-482C-A325-8A07B738F8E2}" dt="2026-10-18T21:41:43.353" v="253" actId="20577"/>
          <ac:spMkLst>
            <pc:docMk/>
            <pc:sldMk cId="0" sldId="269"/>
            <ac:spMk id="13" creationId="{80EB7E64-B9EF-856A-BB1C-489FCEB7B0A8}"/>
          </ac:spMkLst>
        </pc:spChg>
        <pc:spChg chg="add mod">
          <ac:chgData name="Jester Cruz" userId="cef549b3abb019a4" providerId="LiveId" clId="{7E02F5D0-5475-482C-A325-8A07B738F8E2}" dt="2026-10-18T21:41:48.933" v="254" actId="20577"/>
          <ac:spMkLst>
            <pc:docMk/>
            <pc:sldMk cId="0" sldId="269"/>
            <ac:spMk id="15" creationId="{9FD5A59D-5582-674A-3599-066EAA57B2AF}"/>
          </ac:spMkLst>
        </pc:spChg>
        <pc:spChg chg="add mod">
          <ac:chgData name="Jester Cruz" userId="cef549b3abb019a4" providerId="LiveId" clId="{7E02F5D0-5475-482C-A325-8A07B738F8E2}" dt="2026-10-18T21:42:11.854" v="280" actId="20577"/>
          <ac:spMkLst>
            <pc:docMk/>
            <pc:sldMk cId="0" sldId="269"/>
            <ac:spMk id="17" creationId="{5C7837AF-C7A8-8788-353C-A6B1FBB8FFCE}"/>
          </ac:spMkLst>
        </pc:spChg>
        <pc:spChg chg="del">
          <ac:chgData name="Jester Cruz" userId="cef549b3abb019a4" providerId="LiveId" clId="{7E02F5D0-5475-482C-A325-8A07B738F8E2}" dt="2026-10-18T21:40:59.999" v="248" actId="478"/>
          <ac:spMkLst>
            <pc:docMk/>
            <pc:sldMk cId="0" sldId="269"/>
            <ac:spMk id="238" creationId="{00000000-0000-0000-0000-000000000000}"/>
          </ac:spMkLst>
        </pc:spChg>
        <pc:picChg chg="add mod">
          <ac:chgData name="Jester Cruz" userId="cef549b3abb019a4" providerId="LiveId" clId="{7E02F5D0-5475-482C-A325-8A07B738F8E2}" dt="2026-10-19T00:07:18.492" v="636"/>
          <ac:picMkLst>
            <pc:docMk/>
            <pc:sldMk cId="0" sldId="269"/>
            <ac:picMk id="10" creationId="{73BAF73C-AA83-EAEA-63A1-3ABFA917DA29}"/>
          </ac:picMkLst>
        </pc:picChg>
      </pc:sldChg>
      <pc:sldChg chg="addSp delSp modSp add mod modNotesTx">
        <pc:chgData name="Jester Cruz" userId="cef549b3abb019a4" providerId="LiveId" clId="{7E02F5D0-5475-482C-A325-8A07B738F8E2}" dt="2026-10-18T23:55:18.529" v="621"/>
        <pc:sldMkLst>
          <pc:docMk/>
          <pc:sldMk cId="793838426" sldId="270"/>
        </pc:sldMkLst>
        <pc:spChg chg="add">
          <ac:chgData name="Jester Cruz" userId="cef549b3abb019a4" providerId="LiveId" clId="{7E02F5D0-5475-482C-A325-8A07B738F8E2}" dt="2026-10-18T21:32:34.212" v="203" actId="22"/>
          <ac:spMkLst>
            <pc:docMk/>
            <pc:sldMk cId="793838426" sldId="270"/>
            <ac:spMk id="6" creationId="{3591F0F5-2E28-FE29-6DCE-DAF12F5E6717}"/>
          </ac:spMkLst>
        </pc:spChg>
        <pc:spChg chg="del">
          <ac:chgData name="Jester Cruz" userId="cef549b3abb019a4" providerId="LiveId" clId="{7E02F5D0-5475-482C-A325-8A07B738F8E2}" dt="2026-10-18T21:32:24.372" v="201" actId="478"/>
          <ac:spMkLst>
            <pc:docMk/>
            <pc:sldMk cId="793838426" sldId="270"/>
            <ac:spMk id="9" creationId="{ED186342-4859-C342-CAEC-2B5255AE1A4A}"/>
          </ac:spMkLst>
        </pc:spChg>
        <pc:spChg chg="add">
          <ac:chgData name="Jester Cruz" userId="cef549b3abb019a4" providerId="LiveId" clId="{7E02F5D0-5475-482C-A325-8A07B738F8E2}" dt="2026-10-18T21:32:34.212" v="203" actId="22"/>
          <ac:spMkLst>
            <pc:docMk/>
            <pc:sldMk cId="793838426" sldId="270"/>
            <ac:spMk id="10" creationId="{5AE1BDE6-75F6-12EC-C6BF-B35643627561}"/>
          </ac:spMkLst>
        </pc:spChg>
        <pc:spChg chg="del">
          <ac:chgData name="Jester Cruz" userId="cef549b3abb019a4" providerId="LiveId" clId="{7E02F5D0-5475-482C-A325-8A07B738F8E2}" dt="2026-10-18T21:32:24.372" v="201" actId="478"/>
          <ac:spMkLst>
            <pc:docMk/>
            <pc:sldMk cId="793838426" sldId="270"/>
            <ac:spMk id="11" creationId="{17E6AD7C-7423-9E10-0096-A169D6332228}"/>
          </ac:spMkLst>
        </pc:spChg>
        <pc:spChg chg="del">
          <ac:chgData name="Jester Cruz" userId="cef549b3abb019a4" providerId="LiveId" clId="{7E02F5D0-5475-482C-A325-8A07B738F8E2}" dt="2026-10-18T21:32:24.372" v="201" actId="478"/>
          <ac:spMkLst>
            <pc:docMk/>
            <pc:sldMk cId="793838426" sldId="270"/>
            <ac:spMk id="13" creationId="{0A8D91B5-8EE9-A52C-78A3-9F6E1F20B997}"/>
          </ac:spMkLst>
        </pc:spChg>
        <pc:spChg chg="add">
          <ac:chgData name="Jester Cruz" userId="cef549b3abb019a4" providerId="LiveId" clId="{7E02F5D0-5475-482C-A325-8A07B738F8E2}" dt="2026-10-18T21:32:34.212" v="203" actId="22"/>
          <ac:spMkLst>
            <pc:docMk/>
            <pc:sldMk cId="793838426" sldId="270"/>
            <ac:spMk id="14" creationId="{1169C23E-10D1-485C-581A-AF2F637347A1}"/>
          </ac:spMkLst>
        </pc:spChg>
        <pc:spChg chg="del">
          <ac:chgData name="Jester Cruz" userId="cef549b3abb019a4" providerId="LiveId" clId="{7E02F5D0-5475-482C-A325-8A07B738F8E2}" dt="2026-10-18T21:32:30.236" v="202" actId="478"/>
          <ac:spMkLst>
            <pc:docMk/>
            <pc:sldMk cId="793838426" sldId="270"/>
            <ac:spMk id="15" creationId="{6DE3563F-1A6F-DD5A-6326-A6E4BA07534E}"/>
          </ac:spMkLst>
        </pc:spChg>
        <pc:spChg chg="mod">
          <ac:chgData name="Jester Cruz" userId="cef549b3abb019a4" providerId="LiveId" clId="{7E02F5D0-5475-482C-A325-8A07B738F8E2}" dt="2026-10-18T21:58:50.027" v="297" actId="1076"/>
          <ac:spMkLst>
            <pc:docMk/>
            <pc:sldMk cId="793838426" sldId="270"/>
            <ac:spMk id="16" creationId="{4B747E20-1212-7690-85BA-7DEF9A9AC7AC}"/>
          </ac:spMkLst>
        </pc:spChg>
        <pc:spChg chg="add">
          <ac:chgData name="Jester Cruz" userId="cef549b3abb019a4" providerId="LiveId" clId="{7E02F5D0-5475-482C-A325-8A07B738F8E2}" dt="2026-10-18T21:32:34.212" v="203" actId="22"/>
          <ac:spMkLst>
            <pc:docMk/>
            <pc:sldMk cId="793838426" sldId="270"/>
            <ac:spMk id="18" creationId="{7EA7E8B6-E00E-5295-5568-35CE0555CDDC}"/>
          </ac:spMkLst>
        </pc:spChg>
        <pc:spChg chg="add mod">
          <ac:chgData name="Jester Cruz" userId="cef549b3abb019a4" providerId="LiveId" clId="{7E02F5D0-5475-482C-A325-8A07B738F8E2}" dt="2026-10-18T21:33:14.592" v="217" actId="1076"/>
          <ac:spMkLst>
            <pc:docMk/>
            <pc:sldMk cId="793838426" sldId="270"/>
            <ac:spMk id="20" creationId="{AD12A152-7C1C-B65E-F192-516A04B57F11}"/>
          </ac:spMkLst>
        </pc:spChg>
        <pc:picChg chg="add">
          <ac:chgData name="Jester Cruz" userId="cef549b3abb019a4" providerId="LiveId" clId="{7E02F5D0-5475-482C-A325-8A07B738F8E2}" dt="2026-10-18T21:32:34.212" v="203" actId="22"/>
          <ac:picMkLst>
            <pc:docMk/>
            <pc:sldMk cId="793838426" sldId="270"/>
            <ac:picMk id="3" creationId="{EECE4090-939B-2344-549B-25D84122C7F5}"/>
          </ac:picMkLst>
        </pc:picChg>
        <pc:picChg chg="del">
          <ac:chgData name="Jester Cruz" userId="cef549b3abb019a4" providerId="LiveId" clId="{7E02F5D0-5475-482C-A325-8A07B738F8E2}" dt="2026-10-18T21:32:09.358" v="196" actId="478"/>
          <ac:picMkLst>
            <pc:docMk/>
            <pc:sldMk cId="793838426" sldId="270"/>
            <ac:picMk id="7" creationId="{2C3BE4A3-31DA-65F1-2BDD-725BC95F95A3}"/>
          </ac:picMkLst>
        </pc:picChg>
        <pc:picChg chg="add mod">
          <ac:chgData name="Jester Cruz" userId="cef549b3abb019a4" providerId="LiveId" clId="{7E02F5D0-5475-482C-A325-8A07B738F8E2}" dt="2026-10-18T23:55:18.529" v="621"/>
          <ac:picMkLst>
            <pc:docMk/>
            <pc:sldMk cId="793838426" sldId="270"/>
            <ac:picMk id="13" creationId="{3AA3739F-2E9A-84DD-2AC3-ACCB448F263B}"/>
          </ac:picMkLst>
        </pc:picChg>
      </pc:sldChg>
      <pc:sldChg chg="addSp delSp modSp add mod modTransition modAnim modNotesTx">
        <pc:chgData name="Jester Cruz" userId="cef549b3abb019a4" providerId="LiveId" clId="{7E02F5D0-5475-482C-A325-8A07B738F8E2}" dt="2026-10-18T23:58:13.350" v="626"/>
        <pc:sldMkLst>
          <pc:docMk/>
          <pc:sldMk cId="3779702503" sldId="271"/>
        </pc:sldMkLst>
        <pc:spChg chg="add mod">
          <ac:chgData name="Jester Cruz" userId="cef549b3abb019a4" providerId="LiveId" clId="{7E02F5D0-5475-482C-A325-8A07B738F8E2}" dt="2026-10-18T21:56:57.142" v="283"/>
          <ac:spMkLst>
            <pc:docMk/>
            <pc:sldMk cId="3779702503" sldId="271"/>
            <ac:spMk id="2" creationId="{F566D321-557E-C6AF-1222-A55639F112CF}"/>
          </ac:spMkLst>
        </pc:spChg>
        <pc:spChg chg="add">
          <ac:chgData name="Jester Cruz" userId="cef549b3abb019a4" providerId="LiveId" clId="{7E02F5D0-5475-482C-A325-8A07B738F8E2}" dt="2026-10-18T21:35:42.572" v="228" actId="22"/>
          <ac:spMkLst>
            <pc:docMk/>
            <pc:sldMk cId="3779702503" sldId="271"/>
            <ac:spMk id="6" creationId="{2A33F547-541F-9E0F-D5DF-C51860F3DB62}"/>
          </ac:spMkLst>
        </pc:spChg>
        <pc:spChg chg="del">
          <ac:chgData name="Jester Cruz" userId="cef549b3abb019a4" providerId="LiveId" clId="{7E02F5D0-5475-482C-A325-8A07B738F8E2}" dt="2026-10-18T21:35:37.666" v="226" actId="478"/>
          <ac:spMkLst>
            <pc:docMk/>
            <pc:sldMk cId="3779702503" sldId="271"/>
            <ac:spMk id="9" creationId="{70F665D9-D002-3760-D41E-DAD5D12136E0}"/>
          </ac:spMkLst>
        </pc:spChg>
        <pc:spChg chg="add">
          <ac:chgData name="Jester Cruz" userId="cef549b3abb019a4" providerId="LiveId" clId="{7E02F5D0-5475-482C-A325-8A07B738F8E2}" dt="2026-10-18T21:35:42.572" v="228" actId="22"/>
          <ac:spMkLst>
            <pc:docMk/>
            <pc:sldMk cId="3779702503" sldId="271"/>
            <ac:spMk id="10" creationId="{B07EE551-EC67-925C-129A-0E6A001A6FCF}"/>
          </ac:spMkLst>
        </pc:spChg>
        <pc:spChg chg="del">
          <ac:chgData name="Jester Cruz" userId="cef549b3abb019a4" providerId="LiveId" clId="{7E02F5D0-5475-482C-A325-8A07B738F8E2}" dt="2026-10-18T21:35:37.666" v="226" actId="478"/>
          <ac:spMkLst>
            <pc:docMk/>
            <pc:sldMk cId="3779702503" sldId="271"/>
            <ac:spMk id="11" creationId="{E2756787-2AA6-EE3A-367B-DA11AEE95384}"/>
          </ac:spMkLst>
        </pc:spChg>
        <pc:spChg chg="del">
          <ac:chgData name="Jester Cruz" userId="cef549b3abb019a4" providerId="LiveId" clId="{7E02F5D0-5475-482C-A325-8A07B738F8E2}" dt="2026-10-18T21:35:37.666" v="226" actId="478"/>
          <ac:spMkLst>
            <pc:docMk/>
            <pc:sldMk cId="3779702503" sldId="271"/>
            <ac:spMk id="13" creationId="{D0863FAB-EF7D-D4B0-0D20-BAE32475A589}"/>
          </ac:spMkLst>
        </pc:spChg>
        <pc:spChg chg="add">
          <ac:chgData name="Jester Cruz" userId="cef549b3abb019a4" providerId="LiveId" clId="{7E02F5D0-5475-482C-A325-8A07B738F8E2}" dt="2026-10-18T21:35:42.572" v="228" actId="22"/>
          <ac:spMkLst>
            <pc:docMk/>
            <pc:sldMk cId="3779702503" sldId="271"/>
            <ac:spMk id="14" creationId="{8002258A-766F-E8F4-8869-DD706FBDC9A9}"/>
          </ac:spMkLst>
        </pc:spChg>
        <pc:spChg chg="del">
          <ac:chgData name="Jester Cruz" userId="cef549b3abb019a4" providerId="LiveId" clId="{7E02F5D0-5475-482C-A325-8A07B738F8E2}" dt="2026-10-18T21:35:40.729" v="227" actId="478"/>
          <ac:spMkLst>
            <pc:docMk/>
            <pc:sldMk cId="3779702503" sldId="271"/>
            <ac:spMk id="15" creationId="{1F01DC3D-20E0-B68D-5762-A3DB861495B5}"/>
          </ac:spMkLst>
        </pc:spChg>
        <pc:spChg chg="add del mod">
          <ac:chgData name="Jester Cruz" userId="cef549b3abb019a4" providerId="LiveId" clId="{7E02F5D0-5475-482C-A325-8A07B738F8E2}" dt="2026-10-18T21:57:18.762" v="286" actId="1076"/>
          <ac:spMkLst>
            <pc:docMk/>
            <pc:sldMk cId="3779702503" sldId="271"/>
            <ac:spMk id="16" creationId="{1B8FF601-10AC-4E95-9E42-CD8C5E36B083}"/>
          </ac:spMkLst>
        </pc:spChg>
        <pc:spChg chg="add">
          <ac:chgData name="Jester Cruz" userId="cef549b3abb019a4" providerId="LiveId" clId="{7E02F5D0-5475-482C-A325-8A07B738F8E2}" dt="2026-10-18T21:35:42.572" v="228" actId="22"/>
          <ac:spMkLst>
            <pc:docMk/>
            <pc:sldMk cId="3779702503" sldId="271"/>
            <ac:spMk id="18" creationId="{4BAE17B7-B3C4-E0E5-F7D2-F6EC30CE6180}"/>
          </ac:spMkLst>
        </pc:spChg>
        <pc:picChg chg="add">
          <ac:chgData name="Jester Cruz" userId="cef549b3abb019a4" providerId="LiveId" clId="{7E02F5D0-5475-482C-A325-8A07B738F8E2}" dt="2026-10-18T21:35:42.572" v="228" actId="22"/>
          <ac:picMkLst>
            <pc:docMk/>
            <pc:sldMk cId="3779702503" sldId="271"/>
            <ac:picMk id="3" creationId="{2A33F978-9665-44AD-9937-1565F06A8264}"/>
          </ac:picMkLst>
        </pc:picChg>
        <pc:picChg chg="del">
          <ac:chgData name="Jester Cruz" userId="cef549b3abb019a4" providerId="LiveId" clId="{7E02F5D0-5475-482C-A325-8A07B738F8E2}" dt="2026-10-18T21:35:37.666" v="226" actId="478"/>
          <ac:picMkLst>
            <pc:docMk/>
            <pc:sldMk cId="3779702503" sldId="271"/>
            <ac:picMk id="7" creationId="{44B48300-4CEC-C011-6F57-990D448F4C77}"/>
          </ac:picMkLst>
        </pc:picChg>
        <pc:picChg chg="add del mod">
          <ac:chgData name="Jester Cruz" userId="cef549b3abb019a4" providerId="LiveId" clId="{7E02F5D0-5475-482C-A325-8A07B738F8E2}" dt="2026-10-18T23:57:51.973" v="625"/>
          <ac:picMkLst>
            <pc:docMk/>
            <pc:sldMk cId="3779702503" sldId="271"/>
            <ac:picMk id="12" creationId="{77C11294-71B4-0FC0-608F-19FC62E3D0E5}"/>
          </ac:picMkLst>
        </pc:picChg>
        <pc:picChg chg="add del mod ord">
          <ac:chgData name="Jester Cruz" userId="cef549b3abb019a4" providerId="LiveId" clId="{7E02F5D0-5475-482C-A325-8A07B738F8E2}" dt="2026-10-18T23:58:13.350" v="626"/>
          <ac:picMkLst>
            <pc:docMk/>
            <pc:sldMk cId="3779702503" sldId="271"/>
            <ac:picMk id="17" creationId="{C891C983-E096-8B18-C677-28769E4EB4DB}"/>
          </ac:picMkLst>
        </pc:picChg>
        <pc:picChg chg="add mod">
          <ac:chgData name="Jester Cruz" userId="cef549b3abb019a4" providerId="LiveId" clId="{7E02F5D0-5475-482C-A325-8A07B738F8E2}" dt="2026-10-18T23:58:13.350" v="626"/>
          <ac:picMkLst>
            <pc:docMk/>
            <pc:sldMk cId="3779702503" sldId="271"/>
            <ac:picMk id="19" creationId="{5F8AB279-EC5C-9CCB-B2A1-23191EED2A60}"/>
          </ac:picMkLst>
        </pc:picChg>
      </pc:sldChg>
      <pc:sldChg chg="addSp delSp modSp add mod modNotesTx">
        <pc:chgData name="Jester Cruz" userId="cef549b3abb019a4" providerId="LiveId" clId="{7E02F5D0-5475-482C-A325-8A07B738F8E2}" dt="2026-10-18T23:56:28.559" v="622"/>
        <pc:sldMkLst>
          <pc:docMk/>
          <pc:sldMk cId="2384949524" sldId="272"/>
        </pc:sldMkLst>
        <pc:spChg chg="add">
          <ac:chgData name="Jester Cruz" userId="cef549b3abb019a4" providerId="LiveId" clId="{7E02F5D0-5475-482C-A325-8A07B738F8E2}" dt="2026-10-18T21:34:51.691" v="225" actId="22"/>
          <ac:spMkLst>
            <pc:docMk/>
            <pc:sldMk cId="2384949524" sldId="272"/>
            <ac:spMk id="6" creationId="{A472B2F1-3B2D-5C36-3267-2E42EDD67C13}"/>
          </ac:spMkLst>
        </pc:spChg>
        <pc:spChg chg="del">
          <ac:chgData name="Jester Cruz" userId="cef549b3abb019a4" providerId="LiveId" clId="{7E02F5D0-5475-482C-A325-8A07B738F8E2}" dt="2026-10-18T21:34:22.283" v="224" actId="478"/>
          <ac:spMkLst>
            <pc:docMk/>
            <pc:sldMk cId="2384949524" sldId="272"/>
            <ac:spMk id="9" creationId="{7982BD69-3FB1-BE19-ADDB-9AA496CFF49A}"/>
          </ac:spMkLst>
        </pc:spChg>
        <pc:spChg chg="add">
          <ac:chgData name="Jester Cruz" userId="cef549b3abb019a4" providerId="LiveId" clId="{7E02F5D0-5475-482C-A325-8A07B738F8E2}" dt="2026-10-18T21:34:51.691" v="225" actId="22"/>
          <ac:spMkLst>
            <pc:docMk/>
            <pc:sldMk cId="2384949524" sldId="272"/>
            <ac:spMk id="10" creationId="{7FEC79BD-03B9-BD15-F37C-29A0A7984AB9}"/>
          </ac:spMkLst>
        </pc:spChg>
        <pc:spChg chg="del">
          <ac:chgData name="Jester Cruz" userId="cef549b3abb019a4" providerId="LiveId" clId="{7E02F5D0-5475-482C-A325-8A07B738F8E2}" dt="2026-10-18T21:34:22.283" v="224" actId="478"/>
          <ac:spMkLst>
            <pc:docMk/>
            <pc:sldMk cId="2384949524" sldId="272"/>
            <ac:spMk id="11" creationId="{22DBB60C-BC6A-0296-B48E-368D4A1339D2}"/>
          </ac:spMkLst>
        </pc:spChg>
        <pc:spChg chg="del">
          <ac:chgData name="Jester Cruz" userId="cef549b3abb019a4" providerId="LiveId" clId="{7E02F5D0-5475-482C-A325-8A07B738F8E2}" dt="2026-10-18T21:34:22.283" v="224" actId="478"/>
          <ac:spMkLst>
            <pc:docMk/>
            <pc:sldMk cId="2384949524" sldId="272"/>
            <ac:spMk id="13" creationId="{E95BB2A0-7B1C-00E7-AB02-EEA100B5E3B3}"/>
          </ac:spMkLst>
        </pc:spChg>
        <pc:spChg chg="add">
          <ac:chgData name="Jester Cruz" userId="cef549b3abb019a4" providerId="LiveId" clId="{7E02F5D0-5475-482C-A325-8A07B738F8E2}" dt="2026-10-18T21:34:51.691" v="225" actId="22"/>
          <ac:spMkLst>
            <pc:docMk/>
            <pc:sldMk cId="2384949524" sldId="272"/>
            <ac:spMk id="14" creationId="{2A195570-E360-A0EE-23F2-B5C7252B60F0}"/>
          </ac:spMkLst>
        </pc:spChg>
        <pc:spChg chg="del">
          <ac:chgData name="Jester Cruz" userId="cef549b3abb019a4" providerId="LiveId" clId="{7E02F5D0-5475-482C-A325-8A07B738F8E2}" dt="2026-10-18T21:34:14.267" v="221" actId="478"/>
          <ac:spMkLst>
            <pc:docMk/>
            <pc:sldMk cId="2384949524" sldId="272"/>
            <ac:spMk id="15" creationId="{D49264CB-4733-186D-13BA-7E68FF714195}"/>
          </ac:spMkLst>
        </pc:spChg>
        <pc:spChg chg="mod">
          <ac:chgData name="Jester Cruz" userId="cef549b3abb019a4" providerId="LiveId" clId="{7E02F5D0-5475-482C-A325-8A07B738F8E2}" dt="2026-10-18T21:59:01.694" v="298" actId="1076"/>
          <ac:spMkLst>
            <pc:docMk/>
            <pc:sldMk cId="2384949524" sldId="272"/>
            <ac:spMk id="16" creationId="{FF736B24-D238-EAAF-88FA-EB65AA508925}"/>
          </ac:spMkLst>
        </pc:spChg>
        <pc:spChg chg="add">
          <ac:chgData name="Jester Cruz" userId="cef549b3abb019a4" providerId="LiveId" clId="{7E02F5D0-5475-482C-A325-8A07B738F8E2}" dt="2026-10-18T21:34:51.691" v="225" actId="22"/>
          <ac:spMkLst>
            <pc:docMk/>
            <pc:sldMk cId="2384949524" sldId="272"/>
            <ac:spMk id="18" creationId="{C7AE500B-AED5-50DC-7277-93929D03B4AC}"/>
          </ac:spMkLst>
        </pc:spChg>
        <pc:picChg chg="add">
          <ac:chgData name="Jester Cruz" userId="cef549b3abb019a4" providerId="LiveId" clId="{7E02F5D0-5475-482C-A325-8A07B738F8E2}" dt="2026-10-18T21:34:51.691" v="225" actId="22"/>
          <ac:picMkLst>
            <pc:docMk/>
            <pc:sldMk cId="2384949524" sldId="272"/>
            <ac:picMk id="3" creationId="{F21C8736-666D-0A1E-DF03-274FA998FAD0}"/>
          </ac:picMkLst>
        </pc:picChg>
        <pc:picChg chg="del">
          <ac:chgData name="Jester Cruz" userId="cef549b3abb019a4" providerId="LiveId" clId="{7E02F5D0-5475-482C-A325-8A07B738F8E2}" dt="2026-10-18T21:34:12.151" v="220" actId="478"/>
          <ac:picMkLst>
            <pc:docMk/>
            <pc:sldMk cId="2384949524" sldId="272"/>
            <ac:picMk id="7" creationId="{87464CBB-5CCA-BFDE-F936-1F8ADA9E762C}"/>
          </ac:picMkLst>
        </pc:picChg>
        <pc:picChg chg="add mod">
          <ac:chgData name="Jester Cruz" userId="cef549b3abb019a4" providerId="LiveId" clId="{7E02F5D0-5475-482C-A325-8A07B738F8E2}" dt="2026-10-18T23:56:28.559" v="622"/>
          <ac:picMkLst>
            <pc:docMk/>
            <pc:sldMk cId="2384949524" sldId="272"/>
            <ac:picMk id="12" creationId="{36B282CA-D16D-A7F5-2DB0-E9A5B06C6C69}"/>
          </ac:picMkLst>
        </pc:picChg>
      </pc:sldChg>
      <pc:sldChg chg="addSp delSp modSp add mod modNotesTx">
        <pc:chgData name="Jester Cruz" userId="cef549b3abb019a4" providerId="LiveId" clId="{7E02F5D0-5475-482C-A325-8A07B738F8E2}" dt="2026-10-18T23:59:43.662" v="627"/>
        <pc:sldMkLst>
          <pc:docMk/>
          <pc:sldMk cId="0" sldId="273"/>
        </pc:sldMkLst>
        <pc:spChg chg="del">
          <ac:chgData name="Jester Cruz" userId="cef549b3abb019a4" providerId="LiveId" clId="{7E02F5D0-5475-482C-A325-8A07B738F8E2}" dt="2026-10-18T21:36:18.675" v="232" actId="478"/>
          <ac:spMkLst>
            <pc:docMk/>
            <pc:sldMk cId="0" sldId="273"/>
            <ac:spMk id="3" creationId="{00000000-0000-0000-0000-000000000000}"/>
          </ac:spMkLst>
        </pc:spChg>
        <pc:spChg chg="mod">
          <ac:chgData name="Jester Cruz" userId="cef549b3abb019a4" providerId="LiveId" clId="{7E02F5D0-5475-482C-A325-8A07B738F8E2}" dt="2026-10-18T22:02:51.371" v="328" actId="20577"/>
          <ac:spMkLst>
            <pc:docMk/>
            <pc:sldMk cId="0" sldId="273"/>
            <ac:spMk id="5" creationId="{00000000-0000-0000-0000-000000000000}"/>
          </ac:spMkLst>
        </pc:spChg>
        <pc:spChg chg="add del mod">
          <ac:chgData name="Jester Cruz" userId="cef549b3abb019a4" providerId="LiveId" clId="{7E02F5D0-5475-482C-A325-8A07B738F8E2}" dt="2026-10-18T22:02:57.232" v="340" actId="20577"/>
          <ac:spMkLst>
            <pc:docMk/>
            <pc:sldMk cId="0" sldId="273"/>
            <ac:spMk id="6" creationId="{00000000-0000-0000-0000-000000000000}"/>
          </ac:spMkLst>
        </pc:spChg>
        <pc:picChg chg="add mod">
          <ac:chgData name="Jester Cruz" userId="cef549b3abb019a4" providerId="LiveId" clId="{7E02F5D0-5475-482C-A325-8A07B738F8E2}" dt="2026-10-18T23:59:43.662" v="627"/>
          <ac:picMkLst>
            <pc:docMk/>
            <pc:sldMk cId="0" sldId="273"/>
            <ac:picMk id="17" creationId="{668B500F-722D-4BDD-A645-2794BA643AC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en-US" sz="1100" b="0" i="0" u="none" strike="noStrike" cap="none" dirty="0">
                <a:solidFill>
                  <a:srgbClr val="000000"/>
                </a:solidFill>
                <a:effectLst/>
                <a:latin typeface="Arial"/>
                <a:ea typeface="Arial"/>
                <a:cs typeface="Arial"/>
                <a:sym typeface="Arial"/>
              </a:rPr>
              <a:t>Hi, I'm Jester Cruz. Here's Green Pace's security policy and how we tested one of its key coding standards.</a:t>
            </a:r>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As Green Pace grows, shared rules prevent inconsistent security choices. Our attack surface includes inputs, databases, memory, and external interfaces. Assuming vulnerabilities may exist, defense in depth combines secure code, testing, monitoring, and response.</a:t>
            </a:r>
            <a:endParaRPr dirty="0"/>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Our ten standards include nine likely risks and one unlikely risk, STD-001. None are low priority. SQL injection, STD-004, and use-after-free, STD-005, are the highest risks at level five. The priority box highlights those two.</a:t>
            </a:r>
            <a:endParaRPr dirty="0"/>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Our ten principles cover input validation, compiler warnings, secure design, simplicity, default deny, least privilege, sanitization, defense in depth, quality assurance, and secure standards. This slide shows which standards support each. Four principles lack a direct coding-standard mapping, although other policy practices support them.</a:t>
            </a:r>
            <a:endParaRPr dirty="0"/>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We rank standards by threat level. SQL injection and use-after-free are level five. Level four covers integer overflow, strings, container bounds, object lifetime, and resource cleanup. Assertion side effects and exception handling are level three; enumeration casting is level two. High-impact risks come first.</a:t>
            </a:r>
            <a:endParaRPr dirty="0"/>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At rest, we encrypt sensitive files, databases, and backups, keeping encryption keys protected. In flight, TLS secures network traffic. In use, we restrict access to processes and minimize exposed data. Encryption works alongside testing and access controls.</a:t>
            </a:r>
            <a:endParaRPr dirty="0"/>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Triple-A means authentication, authorization, and accounting. Authentication verifies identity. Authorization enforces least privilege. Accounting logs sign-ins, permission changes, database edits, and sensitive file access so unusual activity can be investigated.</a:t>
            </a:r>
            <a:endParaRPr dirty="0"/>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For this demonstration, we focused on STD-002-CPP, which requires developers to prevent signed integer overflow and underflow. We used </a:t>
            </a:r>
            <a:r>
              <a:rPr lang="en-US" dirty="0" err="1"/>
              <a:t>GoogleTest</a:t>
            </a:r>
            <a:r>
              <a:rPr lang="en-US" dirty="0"/>
              <a:t> to compare compliant and noncompliant C++ code. Our first test checks whether ten plus twenty equals thirty. Both versions passed, showing that normal addition works correctly. In the future, we could expand this test to include zero and mixed-sign inputs.</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CFD94791-1919-BBE7-F0B5-6BE5CE3074E4}"/>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5EBEFFAD-E17E-F83F-66B4-7F56A534660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96037A5C-E362-464E-9A7E-D9912DAFFC8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Test two attempts INT_MAX plus one. Secure code must warn instead of adding. The vulnerable function failed and printed a negative number in our run; the corrected version passed. Additional boundary tests and </a:t>
            </a:r>
            <a:r>
              <a:rPr lang="en-US" dirty="0" err="1"/>
              <a:t>UBSan</a:t>
            </a:r>
            <a:r>
              <a:rPr lang="en-US" dirty="0"/>
              <a:t> could strengthen detection.</a:t>
            </a:r>
            <a:endParaRPr dirty="0"/>
          </a:p>
        </p:txBody>
      </p:sp>
    </p:spTree>
    <p:extLst>
      <p:ext uri="{BB962C8B-B14F-4D97-AF65-F5344CB8AC3E}">
        <p14:creationId xmlns:p14="http://schemas.microsoft.com/office/powerpoint/2010/main" val="12316529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C309AEA5-199F-96E7-5A63-E60677C110CC}"/>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F463187D-97F9-DC6A-8DBC-A522459995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128E2622-498F-0F8D-16C9-8496EFD921B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Test three attempts INT_MIN minus one. The vulnerable version failed to warn about underflow, while the corrected version passed. Next, we'd add more negative boundary cases to continuous integration.</a:t>
            </a:r>
            <a:endParaRPr dirty="0"/>
          </a:p>
        </p:txBody>
      </p:sp>
    </p:spTree>
    <p:extLst>
      <p:ext uri="{BB962C8B-B14F-4D97-AF65-F5344CB8AC3E}">
        <p14:creationId xmlns:p14="http://schemas.microsoft.com/office/powerpoint/2010/main" val="35687110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487AEE1F-C263-8AAA-24AB-4713B7C789FC}"/>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F1E65C2F-5071-5B5E-BC45-8B42AC50FE6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85189AEB-B240-685A-DF0F-F0F521F3639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Test four checks the exact maximum valid result: INT_MAX minus one, plus one. Both implementations passed. That matters because security checks must still allow valid inputs. We could also test INT_MIN.</a:t>
            </a:r>
            <a:endParaRPr dirty="0"/>
          </a:p>
        </p:txBody>
      </p:sp>
    </p:spTree>
    <p:extLst>
      <p:ext uri="{BB962C8B-B14F-4D97-AF65-F5344CB8AC3E}">
        <p14:creationId xmlns:p14="http://schemas.microsoft.com/office/powerpoint/2010/main" val="899818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The actual Test Explorer results show two passes and two failures for the vulnerable implementation. After restoring the guards, all four passed. This confirms the tests can identify missing protection and verify a fix, although tests can't prove complete security.</a:t>
            </a:r>
          </a:p>
        </p:txBody>
      </p:sp>
    </p:spTree>
    <p:extLst>
      <p:ext uri="{BB962C8B-B14F-4D97-AF65-F5344CB8AC3E}">
        <p14:creationId xmlns:p14="http://schemas.microsoft.com/office/powerpoint/2010/main" val="26705144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Security checks belong throughout </a:t>
            </a:r>
            <a:r>
              <a:rPr lang="en-US" dirty="0" err="1"/>
              <a:t>DevSecOps</a:t>
            </a:r>
            <a:r>
              <a:rPr lang="en-US" dirty="0"/>
              <a:t>. Compiler diagnostics and static scans run during coding and builds. </a:t>
            </a:r>
            <a:r>
              <a:rPr lang="en-US" dirty="0" err="1"/>
              <a:t>GoogleTest</a:t>
            </a:r>
            <a:r>
              <a:rPr lang="en-US" dirty="0"/>
              <a:t> and sanitizers run during verification. Integration tests follow before release. High-risk findings should block deployment and remain documented.</a:t>
            </a:r>
            <a:endParaRPr dirty="0"/>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err="1"/>
              <a:t>GoogleTest</a:t>
            </a:r>
            <a:r>
              <a:rPr lang="en-US" dirty="0"/>
              <a:t> verifies expected behavior, and we ran it here. Clang-Tidy, Clang Static Analyzer, and </a:t>
            </a:r>
            <a:r>
              <a:rPr lang="en-US" dirty="0" err="1"/>
              <a:t>CodeQL</a:t>
            </a:r>
            <a:r>
              <a:rPr lang="en-US" dirty="0"/>
              <a:t> can inspect source code. </a:t>
            </a:r>
            <a:r>
              <a:rPr lang="en-US" dirty="0" err="1"/>
              <a:t>AddressSanitizer</a:t>
            </a:r>
            <a:r>
              <a:rPr lang="en-US" dirty="0"/>
              <a:t> identifies memory errors; </a:t>
            </a:r>
            <a:r>
              <a:rPr lang="en-US" dirty="0" err="1"/>
              <a:t>UBSan</a:t>
            </a:r>
            <a:r>
              <a:rPr lang="en-US" dirty="0"/>
              <a:t> helps detect undefined arithmetic. Those other tools are recommendations, not tests we ran.</a:t>
            </a:r>
            <a:endParaRPr dirty="0"/>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Fixing SQL injection and use-after-free early reduces the risk of data exposure and crashes. Waiting can make remediation more expensive. Automated checks take setup time, but prevent avoidable regressions. No single tool catches everything.</a:t>
            </a:r>
            <a:endParaRPr dirty="0"/>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Current gaps include stronger rules for compiler warnings, architecture, default deny, and least privilege. We should add threat modeling and dependency scanning. NIST's Secure Software Development Framework and OWASP's verification standard provide guidance for these improvements.</a:t>
            </a:r>
            <a:endParaRPr dirty="0"/>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To conclude, consistent rules and early testing help Green Pace catch problems before release. Our two failing security tests showed the missing safeguards; rerunning all four verified the correction. Continuous review keeps the policy useful.</a:t>
            </a:r>
            <a:endParaRPr dirty="0"/>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The sources are listed here. Thanks for listening.</a:t>
            </a:r>
            <a:endParaRPr dirty="0"/>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media1.m4a"/><Relationship Id="rId7" Type="http://schemas.openxmlformats.org/officeDocument/2006/relationships/image" Target="../media/image4.png"/><Relationship Id="rId2" Type="http://schemas.microsoft.com/office/2007/relationships/media" Target="../media/media1.m4a"/><Relationship Id="rId1" Type="http://schemas.openxmlformats.org/officeDocument/2006/relationships/tags" Target="../tags/tag2.xml"/><Relationship Id="rId6" Type="http://schemas.openxmlformats.org/officeDocument/2006/relationships/image" Target="../media/image3.png"/><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audio" Target="../media/media2.m4a"/><Relationship Id="rId7" Type="http://schemas.openxmlformats.org/officeDocument/2006/relationships/image" Target="../media/image3.png"/><Relationship Id="rId2" Type="http://schemas.microsoft.com/office/2007/relationships/media" Target="../media/media2.m4a"/><Relationship Id="rId1" Type="http://schemas.openxmlformats.org/officeDocument/2006/relationships/tags" Target="../tags/tag3.xml"/><Relationship Id="rId6" Type="http://schemas.openxmlformats.org/officeDocument/2006/relationships/image" Target="../media/image5.png"/><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audio" Target="../media/media3.m4a"/><Relationship Id="rId7" Type="http://schemas.openxmlformats.org/officeDocument/2006/relationships/image" Target="../media/image4.png"/><Relationship Id="rId2" Type="http://schemas.microsoft.com/office/2007/relationships/media" Target="../media/media3.m4a"/><Relationship Id="rId1" Type="http://schemas.openxmlformats.org/officeDocument/2006/relationships/tags" Target="../tags/tag4.xml"/><Relationship Id="rId6" Type="http://schemas.openxmlformats.org/officeDocument/2006/relationships/image" Target="../media/image3.png"/><Relationship Id="rId5" Type="http://schemas.openxmlformats.org/officeDocument/2006/relationships/notesSlide" Target="../notesSlides/notesSlide3.xml"/><Relationship Id="rId4"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audio" Target="../media/media4.m4a"/><Relationship Id="rId7" Type="http://schemas.openxmlformats.org/officeDocument/2006/relationships/image" Target="../media/image4.png"/><Relationship Id="rId2" Type="http://schemas.microsoft.com/office/2007/relationships/media" Target="../media/media4.m4a"/><Relationship Id="rId1" Type="http://schemas.openxmlformats.org/officeDocument/2006/relationships/tags" Target="../tags/tag5.xml"/><Relationship Id="rId6" Type="http://schemas.openxmlformats.org/officeDocument/2006/relationships/image" Target="../media/image3.png"/><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audio" Target="../media/media5.m4a"/><Relationship Id="rId7" Type="http://schemas.openxmlformats.org/officeDocument/2006/relationships/image" Target="../media/image4.png"/><Relationship Id="rId2" Type="http://schemas.microsoft.com/office/2007/relationships/media" Target="../media/media5.m4a"/><Relationship Id="rId1" Type="http://schemas.openxmlformats.org/officeDocument/2006/relationships/tags" Target="../tags/tag6.xml"/><Relationship Id="rId6" Type="http://schemas.openxmlformats.org/officeDocument/2006/relationships/image" Target="../media/image3.png"/><Relationship Id="rId5" Type="http://schemas.openxmlformats.org/officeDocument/2006/relationships/notesSlide" Target="../notesSlides/notesSlide5.xml"/><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audio" Target="../media/media6.m4a"/><Relationship Id="rId7" Type="http://schemas.openxmlformats.org/officeDocument/2006/relationships/image" Target="../media/image4.png"/><Relationship Id="rId2" Type="http://schemas.microsoft.com/office/2007/relationships/media" Target="../media/media6.m4a"/><Relationship Id="rId1" Type="http://schemas.openxmlformats.org/officeDocument/2006/relationships/tags" Target="../tags/tag7.xml"/><Relationship Id="rId6" Type="http://schemas.openxmlformats.org/officeDocument/2006/relationships/image" Target="../media/image3.png"/><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audio" Target="../media/media7.m4a"/><Relationship Id="rId7" Type="http://schemas.openxmlformats.org/officeDocument/2006/relationships/image" Target="../media/image4.png"/><Relationship Id="rId2" Type="http://schemas.microsoft.com/office/2007/relationships/media" Target="../media/media7.m4a"/><Relationship Id="rId1" Type="http://schemas.openxmlformats.org/officeDocument/2006/relationships/tags" Target="../tags/tag8.xml"/><Relationship Id="rId6" Type="http://schemas.openxmlformats.org/officeDocument/2006/relationships/image" Target="../media/image3.png"/><Relationship Id="rId5" Type="http://schemas.openxmlformats.org/officeDocument/2006/relationships/notesSlide" Target="../notesSlides/notesSlide7.xml"/><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audio" Target="../media/media8.m4a"/><Relationship Id="rId7" Type="http://schemas.openxmlformats.org/officeDocument/2006/relationships/image" Target="../media/image6.png"/><Relationship Id="rId2" Type="http://schemas.microsoft.com/office/2007/relationships/media" Target="../media/media8.m4a"/><Relationship Id="rId1" Type="http://schemas.openxmlformats.org/officeDocument/2006/relationships/tags" Target="../tags/tag9.xml"/><Relationship Id="rId6" Type="http://schemas.openxmlformats.org/officeDocument/2006/relationships/image" Target="../media/image3.png"/><Relationship Id="rId5" Type="http://schemas.openxmlformats.org/officeDocument/2006/relationships/notesSlide" Target="../notesSlides/notesSlide8.xml"/><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audio" Target="../media/media9.m4a"/><Relationship Id="rId7" Type="http://schemas.openxmlformats.org/officeDocument/2006/relationships/image" Target="../media/image7.png"/><Relationship Id="rId2" Type="http://schemas.microsoft.com/office/2007/relationships/media" Target="../media/media9.m4a"/><Relationship Id="rId1" Type="http://schemas.openxmlformats.org/officeDocument/2006/relationships/tags" Target="../tags/tag10.xml"/><Relationship Id="rId6" Type="http://schemas.openxmlformats.org/officeDocument/2006/relationships/image" Target="../media/image3.png"/><Relationship Id="rId5" Type="http://schemas.openxmlformats.org/officeDocument/2006/relationships/notesSlide" Target="../notesSlides/notesSlide9.xml"/><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audio" Target="../media/media10.m4a"/><Relationship Id="rId7" Type="http://schemas.openxmlformats.org/officeDocument/2006/relationships/image" Target="../media/image8.png"/><Relationship Id="rId2" Type="http://schemas.microsoft.com/office/2007/relationships/media" Target="../media/media10.m4a"/><Relationship Id="rId1" Type="http://schemas.openxmlformats.org/officeDocument/2006/relationships/tags" Target="../tags/tag11.xml"/><Relationship Id="rId6" Type="http://schemas.openxmlformats.org/officeDocument/2006/relationships/image" Target="../media/image3.png"/><Relationship Id="rId5" Type="http://schemas.openxmlformats.org/officeDocument/2006/relationships/notesSlide" Target="../notesSlides/notesSlide10.xml"/><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audio" Target="../media/media11.m4a"/><Relationship Id="rId7" Type="http://schemas.openxmlformats.org/officeDocument/2006/relationships/image" Target="../media/image9.png"/><Relationship Id="rId2" Type="http://schemas.microsoft.com/office/2007/relationships/media" Target="../media/media11.m4a"/><Relationship Id="rId1" Type="http://schemas.openxmlformats.org/officeDocument/2006/relationships/tags" Target="../tags/tag12.xml"/><Relationship Id="rId6" Type="http://schemas.openxmlformats.org/officeDocument/2006/relationships/image" Target="../media/image3.png"/><Relationship Id="rId5" Type="http://schemas.openxmlformats.org/officeDocument/2006/relationships/notesSlide" Target="../notesSlides/notesSlide11.xml"/><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2.xml"/><Relationship Id="rId7" Type="http://schemas.openxmlformats.org/officeDocument/2006/relationships/image" Target="../media/image11.png"/><Relationship Id="rId2" Type="http://schemas.openxmlformats.org/officeDocument/2006/relationships/audio" Target="../media/media12.m4a"/><Relationship Id="rId1" Type="http://schemas.microsoft.com/office/2007/relationships/media" Target="../media/media12.m4a"/><Relationship Id="rId6" Type="http://schemas.openxmlformats.org/officeDocument/2006/relationships/image" Target="../media/image10.png"/><Relationship Id="rId5" Type="http://schemas.openxmlformats.org/officeDocument/2006/relationships/image" Target="../media/image3.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audio" Target="../media/media13.m4a"/><Relationship Id="rId7" Type="http://schemas.openxmlformats.org/officeDocument/2006/relationships/image" Target="../media/image3.png"/><Relationship Id="rId2" Type="http://schemas.microsoft.com/office/2007/relationships/media" Target="../media/media13.m4a"/><Relationship Id="rId1" Type="http://schemas.openxmlformats.org/officeDocument/2006/relationships/tags" Target="../tags/tag13.xml"/><Relationship Id="rId6" Type="http://schemas.openxmlformats.org/officeDocument/2006/relationships/image" Target="../media/image12.png"/><Relationship Id="rId5" Type="http://schemas.openxmlformats.org/officeDocument/2006/relationships/notesSlide" Target="../notesSlides/notesSlide13.xml"/><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audio" Target="../media/media14.m4a"/><Relationship Id="rId7" Type="http://schemas.openxmlformats.org/officeDocument/2006/relationships/image" Target="../media/image4.png"/><Relationship Id="rId2" Type="http://schemas.microsoft.com/office/2007/relationships/media" Target="../media/media14.m4a"/><Relationship Id="rId1" Type="http://schemas.openxmlformats.org/officeDocument/2006/relationships/tags" Target="../tags/tag14.xml"/><Relationship Id="rId6" Type="http://schemas.openxmlformats.org/officeDocument/2006/relationships/image" Target="../media/image3.png"/><Relationship Id="rId5" Type="http://schemas.openxmlformats.org/officeDocument/2006/relationships/notesSlide" Target="../notesSlides/notesSlide14.xml"/><Relationship Id="rId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audio" Target="../media/media15.m4a"/><Relationship Id="rId7" Type="http://schemas.openxmlformats.org/officeDocument/2006/relationships/image" Target="../media/image4.png"/><Relationship Id="rId2" Type="http://schemas.microsoft.com/office/2007/relationships/media" Target="../media/media15.m4a"/><Relationship Id="rId1" Type="http://schemas.openxmlformats.org/officeDocument/2006/relationships/tags" Target="../tags/tag15.xml"/><Relationship Id="rId6" Type="http://schemas.openxmlformats.org/officeDocument/2006/relationships/image" Target="../media/image3.png"/><Relationship Id="rId5" Type="http://schemas.openxmlformats.org/officeDocument/2006/relationships/notesSlide" Target="../notesSlides/notesSlide15.xml"/><Relationship Id="rId4"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audio" Target="../media/media16.m4a"/><Relationship Id="rId7" Type="http://schemas.openxmlformats.org/officeDocument/2006/relationships/image" Target="../media/image4.png"/><Relationship Id="rId2" Type="http://schemas.microsoft.com/office/2007/relationships/media" Target="../media/media16.m4a"/><Relationship Id="rId1" Type="http://schemas.openxmlformats.org/officeDocument/2006/relationships/tags" Target="../tags/tag16.xml"/><Relationship Id="rId6" Type="http://schemas.openxmlformats.org/officeDocument/2006/relationships/image" Target="../media/image3.png"/><Relationship Id="rId5" Type="http://schemas.openxmlformats.org/officeDocument/2006/relationships/notesSlide" Target="../notesSlides/notesSlide16.xml"/><Relationship Id="rId4"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audio" Target="../media/media17.m4a"/><Relationship Id="rId7" Type="http://schemas.openxmlformats.org/officeDocument/2006/relationships/image" Target="../media/image4.png"/><Relationship Id="rId2" Type="http://schemas.microsoft.com/office/2007/relationships/media" Target="../media/media17.m4a"/><Relationship Id="rId1" Type="http://schemas.openxmlformats.org/officeDocument/2006/relationships/tags" Target="../tags/tag17.xml"/><Relationship Id="rId6" Type="http://schemas.openxmlformats.org/officeDocument/2006/relationships/image" Target="../media/image3.png"/><Relationship Id="rId5" Type="http://schemas.openxmlformats.org/officeDocument/2006/relationships/notesSlide" Target="../notesSlides/notesSlide17.xml"/><Relationship Id="rId4"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hyperlink" Target="https://doi.org/10.6028/NIST.SP.800-218" TargetMode="External"/><Relationship Id="rId3" Type="http://schemas.openxmlformats.org/officeDocument/2006/relationships/audio" Target="../media/media18.m4a"/><Relationship Id="rId7" Type="http://schemas.openxmlformats.org/officeDocument/2006/relationships/hyperlink" Target="https://cmu-sei.github.io/secure-coding-standards/" TargetMode="External"/><Relationship Id="rId2" Type="http://schemas.microsoft.com/office/2007/relationships/media" Target="../media/media18.m4a"/><Relationship Id="rId1" Type="http://schemas.openxmlformats.org/officeDocument/2006/relationships/tags" Target="../tags/tag18.xml"/><Relationship Id="rId6" Type="http://schemas.openxmlformats.org/officeDocument/2006/relationships/image" Target="../media/image3.png"/><Relationship Id="rId11" Type="http://schemas.openxmlformats.org/officeDocument/2006/relationships/image" Target="../media/image4.png"/><Relationship Id="rId5" Type="http://schemas.openxmlformats.org/officeDocument/2006/relationships/notesSlide" Target="../notesSlides/notesSlide18.xml"/><Relationship Id="rId10" Type="http://schemas.openxmlformats.org/officeDocument/2006/relationships/hyperlink" Target="https://google.github.io/googletest/primer.html" TargetMode="External"/><Relationship Id="rId4" Type="http://schemas.openxmlformats.org/officeDocument/2006/relationships/slideLayout" Target="../slideLayouts/slideLayout2.xml"/><Relationship Id="rId9" Type="http://schemas.openxmlformats.org/officeDocument/2006/relationships/hyperlink" Target="https://github.com/OWASP/ASVS/releas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dirty="0"/>
              <a:t>Security Policy Presentation</a:t>
            </a:r>
            <a:endParaRPr dirty="0"/>
          </a:p>
          <a:p>
            <a:pPr marL="0" lvl="0" indent="0" algn="l" rtl="0">
              <a:lnSpc>
                <a:spcPct val="70000"/>
              </a:lnSpc>
              <a:spcBef>
                <a:spcPts val="1000"/>
              </a:spcBef>
              <a:spcAft>
                <a:spcPts val="0"/>
              </a:spcAft>
              <a:buClr>
                <a:schemeClr val="lt1"/>
              </a:buClr>
              <a:buSzPts val="1850"/>
              <a:buNone/>
            </a:pPr>
            <a:r>
              <a:rPr lang="en-US" sz="1850" dirty="0"/>
              <a:t>Developer: </a:t>
            </a:r>
            <a:r>
              <a:rPr lang="en-US" sz="1850" i="1" dirty="0"/>
              <a:t>Jester Cruz</a:t>
            </a:r>
            <a:endParaRPr dirty="0"/>
          </a:p>
          <a:p>
            <a:pPr marL="0" lvl="0" indent="0" algn="l" rtl="0">
              <a:lnSpc>
                <a:spcPct val="70000"/>
              </a:lnSpc>
              <a:spcBef>
                <a:spcPts val="1000"/>
              </a:spcBef>
              <a:spcAft>
                <a:spcPts val="0"/>
              </a:spcAft>
              <a:buClr>
                <a:schemeClr val="lt1"/>
              </a:buClr>
              <a:buSzPts val="1850"/>
              <a:buNone/>
            </a:pPr>
            <a:endParaRPr sz="1850" i="1" dirty="0"/>
          </a:p>
          <a:p>
            <a:pPr marL="0" lvl="0" indent="0" algn="l" rtl="0">
              <a:lnSpc>
                <a:spcPct val="70000"/>
              </a:lnSpc>
              <a:spcBef>
                <a:spcPts val="1000"/>
              </a:spcBef>
              <a:spcAft>
                <a:spcPts val="0"/>
              </a:spcAft>
              <a:buSzPts val="1850"/>
              <a:buNone/>
            </a:pPr>
            <a:r>
              <a:rPr lang="en-US" dirty="0"/>
              <a:t>CS 405 | Project Two</a:t>
            </a:r>
            <a:endParaRPr i="1" dirty="0"/>
          </a:p>
        </p:txBody>
      </p:sp>
      <p:pic>
        <p:nvPicPr>
          <p:cNvPr id="146" name="Google Shape;146;p1" descr="Green Pace logo"/>
          <p:cNvPicPr preferRelativeResize="0"/>
          <p:nvPr/>
        </p:nvPicPr>
        <p:blipFill>
          <a:blip r:embed="rId6">
            <a:alphaModFix/>
          </a:blip>
          <a:stretch>
            <a:fillRect/>
          </a:stretch>
        </p:blipFill>
        <p:spPr>
          <a:xfrm>
            <a:off x="7440774" y="659854"/>
            <a:ext cx="2921424" cy="3786772"/>
          </a:xfrm>
          <a:prstGeom prst="rect">
            <a:avLst/>
          </a:prstGeom>
          <a:noFill/>
          <a:ln>
            <a:noFill/>
          </a:ln>
        </p:spPr>
      </p:pic>
      <p:pic>
        <p:nvPicPr>
          <p:cNvPr id="16" name="Audio 15">
            <a:hlinkClick r:id="" action="ppaction://media"/>
            <a:extLst>
              <a:ext uri="{FF2B5EF4-FFF2-40B4-BE49-F238E27FC236}">
                <a16:creationId xmlns:a16="http://schemas.microsoft.com/office/drawing/2014/main" id="{4D5DC948-329E-F346-E557-3EA163A60CB6}"/>
              </a:ext>
            </a:extLst>
          </p:cNvPr>
          <p:cNvPicPr>
            <a:picLocks noChangeAspect="1"/>
          </p:cNvPicPr>
          <p:nvPr>
            <a:audioFile r:link="rId3"/>
            <p:extLst>
              <p:ext uri="{DAA4B4D4-6D71-4841-9C94-3DE7FCFB9230}">
                <p14:media xmlns:p14="http://schemas.microsoft.com/office/powerpoint/2010/main" r:embed="rId2"/>
              </p:ext>
            </p:extLst>
          </p:nvPr>
        </p:nvPicPr>
        <p:blipFill>
          <a:blip r:embed="rId7"/>
          <a:srcRect l="-161075" t="-161075" r="-161075" b="-161075"/>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9521"/>
    </mc:Choice>
    <mc:Fallback>
      <p:transition spd="slow" advTm="952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6"/>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OVERVIEW: DEFENSE IN DEPTH</a:t>
            </a:r>
            <a:endParaRPr/>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6">
            <a:alphaModFix/>
          </a:blip>
          <a:srcRect/>
          <a:stretch/>
        </p:blipFill>
        <p:spPr>
          <a:xfrm>
            <a:off x="3160643" y="2839411"/>
            <a:ext cx="6453257" cy="3797196"/>
          </a:xfrm>
          <a:prstGeom prst="rect">
            <a:avLst/>
          </a:prstGeom>
          <a:noFill/>
          <a:ln>
            <a:noFill/>
          </a:ln>
        </p:spPr>
      </p:pic>
      <p:pic>
        <p:nvPicPr>
          <p:cNvPr id="154" name="Google Shape;154;p3" descr="Green Pace logo"/>
          <p:cNvPicPr preferRelativeResize="0"/>
          <p:nvPr/>
        </p:nvPicPr>
        <p:blipFill>
          <a:blip r:embed="rId7">
            <a:alphaModFix/>
          </a:blip>
          <a:stretch>
            <a:fillRect/>
          </a:stretch>
        </p:blipFill>
        <p:spPr>
          <a:xfrm>
            <a:off x="11084074" y="5440526"/>
            <a:ext cx="886601" cy="1149225"/>
          </a:xfrm>
          <a:prstGeom prst="rect">
            <a:avLst/>
          </a:prstGeom>
          <a:noFill/>
          <a:ln>
            <a:noFill/>
          </a:ln>
        </p:spPr>
      </p:pic>
      <p:sp>
        <p:nvSpPr>
          <p:cNvPr id="3" name="TextBox 2">
            <a:extLst>
              <a:ext uri="{FF2B5EF4-FFF2-40B4-BE49-F238E27FC236}">
                <a16:creationId xmlns:a16="http://schemas.microsoft.com/office/drawing/2014/main" id="{0C14BCAF-3960-3A61-90B9-0C76F0E2B8C9}"/>
              </a:ext>
            </a:extLst>
          </p:cNvPr>
          <p:cNvSpPr txBox="1"/>
          <p:nvPr/>
        </p:nvSpPr>
        <p:spPr>
          <a:xfrm>
            <a:off x="3246120" y="2139696"/>
            <a:ext cx="7589520" cy="411480"/>
          </a:xfrm>
          <a:prstGeom prst="rect">
            <a:avLst/>
          </a:prstGeom>
          <a:noFill/>
        </p:spPr>
        <p:txBody>
          <a:bodyPr wrap="square" lIns="0" tIns="9144" rIns="0" bIns="9144">
            <a:spAutoFit/>
          </a:bodyPr>
          <a:lstStyle/>
          <a:p>
            <a:pPr algn="ctr">
              <a:spcAft>
                <a:spcPts val="400"/>
              </a:spcAft>
            </a:pPr>
            <a:r>
              <a:rPr sz="1820" b="1" dirty="0">
                <a:solidFill>
                  <a:srgbClr val="F5F8F5"/>
                </a:solidFill>
                <a:latin typeface="Arial"/>
              </a:rPr>
              <a:t>Layered prevention + detection + response</a:t>
            </a:r>
          </a:p>
        </p:txBody>
      </p:sp>
      <p:sp>
        <p:nvSpPr>
          <p:cNvPr id="9" name="TextBox 8">
            <a:extLst>
              <a:ext uri="{FF2B5EF4-FFF2-40B4-BE49-F238E27FC236}">
                <a16:creationId xmlns:a16="http://schemas.microsoft.com/office/drawing/2014/main" id="{9E866A64-B9EF-B132-D8DF-BFF853C0F34F}"/>
              </a:ext>
            </a:extLst>
          </p:cNvPr>
          <p:cNvSpPr txBox="1"/>
          <p:nvPr/>
        </p:nvSpPr>
        <p:spPr>
          <a:xfrm>
            <a:off x="330406" y="2293588"/>
            <a:ext cx="2830237" cy="310854"/>
          </a:xfrm>
          <a:prstGeom prst="rect">
            <a:avLst/>
          </a:prstGeom>
          <a:noFill/>
        </p:spPr>
        <p:txBody>
          <a:bodyPr wrap="square" lIns="0" tIns="9144" rIns="0" bIns="9144">
            <a:spAutoFit/>
          </a:bodyPr>
          <a:lstStyle/>
          <a:p>
            <a:pPr>
              <a:spcAft>
                <a:spcPts val="400"/>
              </a:spcAft>
            </a:pPr>
            <a:r>
              <a:rPr sz="1900" b="1" dirty="0">
                <a:solidFill>
                  <a:srgbClr val="89C977"/>
                </a:solidFill>
                <a:latin typeface="Arial"/>
              </a:rPr>
              <a:t>Why standardize?</a:t>
            </a:r>
          </a:p>
        </p:txBody>
      </p:sp>
      <p:sp>
        <p:nvSpPr>
          <p:cNvPr id="13" name="TextBox 12">
            <a:extLst>
              <a:ext uri="{FF2B5EF4-FFF2-40B4-BE49-F238E27FC236}">
                <a16:creationId xmlns:a16="http://schemas.microsoft.com/office/drawing/2014/main" id="{7BABFE6F-EE25-28E2-7513-A09BA7E83062}"/>
              </a:ext>
            </a:extLst>
          </p:cNvPr>
          <p:cNvSpPr txBox="1"/>
          <p:nvPr/>
        </p:nvSpPr>
        <p:spPr>
          <a:xfrm>
            <a:off x="330407" y="2705068"/>
            <a:ext cx="2723436" cy="3843103"/>
          </a:xfrm>
          <a:prstGeom prst="rect">
            <a:avLst/>
          </a:prstGeom>
          <a:noFill/>
        </p:spPr>
        <p:txBody>
          <a:bodyPr wrap="square" lIns="0" tIns="9144" rIns="0" bIns="9144">
            <a:spAutoFit/>
          </a:bodyPr>
          <a:lstStyle/>
          <a:p>
            <a:pPr>
              <a:spcAft>
                <a:spcPts val="400"/>
              </a:spcAft>
            </a:pPr>
            <a:r>
              <a:rPr sz="1680" b="0" dirty="0">
                <a:solidFill>
                  <a:srgbClr val="F5F8F5"/>
                </a:solidFill>
                <a:latin typeface="Arial"/>
              </a:rPr>
              <a:t>• Shared rules as Green Pace grows</a:t>
            </a:r>
          </a:p>
          <a:p>
            <a:pPr>
              <a:spcAft>
                <a:spcPts val="400"/>
              </a:spcAft>
            </a:pPr>
            <a:r>
              <a:rPr sz="1680" b="0" dirty="0">
                <a:solidFill>
                  <a:srgbClr val="F5F8F5"/>
                </a:solidFill>
                <a:latin typeface="Arial"/>
              </a:rPr>
              <a:t>• Repeatable reviews and testing</a:t>
            </a:r>
          </a:p>
          <a:p>
            <a:pPr>
              <a:spcAft>
                <a:spcPts val="400"/>
              </a:spcAft>
            </a:pPr>
            <a:r>
              <a:rPr sz="1680" b="0" dirty="0">
                <a:solidFill>
                  <a:srgbClr val="F5F8F5"/>
                </a:solidFill>
                <a:latin typeface="Arial"/>
              </a:rPr>
              <a:t>• Fewer coding and design gaps</a:t>
            </a:r>
            <a:endParaRPr lang="en-US" sz="1680" dirty="0">
              <a:solidFill>
                <a:srgbClr val="F5F8F5"/>
              </a:solidFill>
            </a:endParaRPr>
          </a:p>
          <a:p>
            <a:pPr>
              <a:spcAft>
                <a:spcPts val="400"/>
              </a:spcAft>
            </a:pPr>
            <a:r>
              <a:rPr lang="en-US" sz="1680" dirty="0">
                <a:solidFill>
                  <a:srgbClr val="F5F8F5"/>
                </a:solidFill>
              </a:rPr>
              <a:t>• Attack </a:t>
            </a:r>
            <a:r>
              <a:rPr lang="en-US" sz="1680" b="0" dirty="0">
                <a:solidFill>
                  <a:srgbClr val="F5F8F5"/>
                </a:solidFill>
                <a:latin typeface="Arial"/>
              </a:rPr>
              <a:t>surface: Inputs, databases, memory operations, and external interfaces.</a:t>
            </a:r>
          </a:p>
          <a:p>
            <a:pPr>
              <a:spcAft>
                <a:spcPts val="400"/>
              </a:spcAft>
            </a:pPr>
            <a:r>
              <a:rPr lang="en-US" sz="1680" dirty="0">
                <a:solidFill>
                  <a:srgbClr val="F5F8F5"/>
                </a:solidFill>
              </a:rPr>
              <a:t>• Assume </a:t>
            </a:r>
            <a:r>
              <a:rPr lang="en-US" sz="1680" b="0" dirty="0">
                <a:solidFill>
                  <a:srgbClr val="F5F8F5"/>
                </a:solidFill>
                <a:latin typeface="Arial"/>
              </a:rPr>
              <a:t>vulnerabilities exist: Apply multiple controls to prevent, detect, and contain attacks.</a:t>
            </a:r>
          </a:p>
        </p:txBody>
      </p:sp>
      <p:pic>
        <p:nvPicPr>
          <p:cNvPr id="26" name="Audio 25">
            <a:hlinkClick r:id="" action="ppaction://media"/>
            <a:extLst>
              <a:ext uri="{FF2B5EF4-FFF2-40B4-BE49-F238E27FC236}">
                <a16:creationId xmlns:a16="http://schemas.microsoft.com/office/drawing/2014/main" id="{06FEBA64-44AF-3987-6F0D-1EC6CC3A7FAB}"/>
              </a:ext>
            </a:extLst>
          </p:cNvPr>
          <p:cNvPicPr>
            <a:picLocks noChangeAspect="1"/>
          </p:cNvPicPr>
          <p:nvPr>
            <a:audioFile r:link="rId3"/>
            <p:extLst>
              <p:ext uri="{DAA4B4D4-6D71-4841-9C94-3DE7FCFB9230}">
                <p14:media xmlns:p14="http://schemas.microsoft.com/office/powerpoint/2010/main" r:embed="rId2"/>
              </p:ext>
            </p:extLst>
          </p:nvPr>
        </p:nvPicPr>
        <p:blipFill>
          <a:blip r:embed="rId8"/>
          <a:srcRect l="-161075" t="-161075" r="-161075" b="-161075"/>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21419"/>
    </mc:Choice>
    <mc:Fallback>
      <p:transition spd="slow" advTm="2141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6"/>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THREATS MATRIX</a:t>
            </a:r>
            <a:endParaRPr dirty="0"/>
          </a:p>
        </p:txBody>
      </p:sp>
      <p:graphicFrame>
        <p:nvGraphicFramePr>
          <p:cNvPr id="161" name="Google Shape;161;p4" descr="Alt text required"/>
          <p:cNvGraphicFramePr/>
          <p:nvPr>
            <p:extLst>
              <p:ext uri="{D42A27DB-BD31-4B8C-83A1-F6EECF244321}">
                <p14:modId xmlns:p14="http://schemas.microsoft.com/office/powerpoint/2010/main" val="2288489930"/>
              </p:ext>
            </p:extLst>
          </p:nvPr>
        </p:nvGraphicFramePr>
        <p:xfrm>
          <a:off x="3171900" y="2561050"/>
          <a:ext cx="7835225" cy="3538650"/>
        </p:xfrm>
        <a:graphic>
          <a:graphicData uri="http://schemas.openxmlformats.org/drawingml/2006/table">
            <a:tbl>
              <a:tblPr firstRow="1" firstCol="1">
                <a:noFill/>
                <a:tableStyleId>{802198C4-3087-4945-87E3-76CBB3509B7E}</a:tableStyleId>
              </a:tblPr>
              <a:tblGrid>
                <a:gridCol w="4030425">
                  <a:extLst>
                    <a:ext uri="{9D8B030D-6E8A-4147-A177-3AD203B41FA5}">
                      <a16:colId xmlns:a16="http://schemas.microsoft.com/office/drawing/2014/main" val="20000"/>
                    </a:ext>
                  </a:extLst>
                </a:gridCol>
                <a:gridCol w="3804800">
                  <a:extLst>
                    <a:ext uri="{9D8B030D-6E8A-4147-A177-3AD203B41FA5}">
                      <a16:colId xmlns:a16="http://schemas.microsoft.com/office/drawing/2014/main" val="20001"/>
                    </a:ext>
                  </a:extLst>
                </a:gridCol>
              </a:tblGrid>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chemeClr val="accent1"/>
                          </a:solidFill>
                        </a:rPr>
                        <a:t>Likely</a:t>
                      </a:r>
                      <a:endParaRPr sz="1400" u="none" strike="noStrike" cap="none" dirty="0">
                        <a:solidFill>
                          <a:schemeClr val="accent1"/>
                        </a:solidFill>
                      </a:endParaRPr>
                    </a:p>
                    <a:p>
                      <a:pPr marL="0" marR="0" lvl="0" indent="0" algn="ctr" rtl="0">
                        <a:lnSpc>
                          <a:spcPct val="100000"/>
                        </a:lnSpc>
                        <a:spcBef>
                          <a:spcPts val="0"/>
                        </a:spcBef>
                        <a:spcAft>
                          <a:spcPts val="0"/>
                        </a:spcAft>
                        <a:buClr>
                          <a:srgbClr val="000000"/>
                        </a:buClr>
                        <a:buSzPts val="3600"/>
                        <a:buFont typeface="Arial"/>
                        <a:buNone/>
                      </a:pPr>
                      <a:r>
                        <a:rPr lang="en-US" sz="2000" u="none" strike="noStrike" cap="none" dirty="0">
                          <a:solidFill>
                            <a:schemeClr val="accent1"/>
                          </a:solidFill>
                        </a:rPr>
                        <a:t>STD-002, STD-003, STD-004, STD-005, STD-006, STD-007, STD-008, STD-009, STD-010</a:t>
                      </a:r>
                      <a:endParaRPr sz="2000" u="none" strike="noStrike" cap="none" dirty="0">
                        <a:solidFill>
                          <a:schemeClr val="accent1"/>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chemeClr val="accent1"/>
                          </a:solidFill>
                        </a:rPr>
                        <a:t>Priority</a:t>
                      </a:r>
                      <a:endParaRPr sz="1400" u="none" strike="noStrike" cap="none" dirty="0">
                        <a:solidFill>
                          <a:schemeClr val="accent1"/>
                        </a:solidFill>
                      </a:endParaRPr>
                    </a:p>
                    <a:p>
                      <a:pPr marL="0" marR="0" lvl="0" indent="0" algn="ctr" rtl="0">
                        <a:lnSpc>
                          <a:spcPct val="100000"/>
                        </a:lnSpc>
                        <a:spcBef>
                          <a:spcPts val="0"/>
                        </a:spcBef>
                        <a:spcAft>
                          <a:spcPts val="0"/>
                        </a:spcAft>
                        <a:buClr>
                          <a:srgbClr val="000000"/>
                        </a:buClr>
                        <a:buSzPts val="3600"/>
                        <a:buFont typeface="Arial"/>
                        <a:buNone/>
                      </a:pPr>
                      <a:r>
                        <a:rPr lang="en-US" sz="2000" u="none" strike="noStrike" cap="none" dirty="0">
                          <a:solidFill>
                            <a:schemeClr val="accent1"/>
                          </a:solidFill>
                        </a:rPr>
                        <a:t>STD-004 and STD-005</a:t>
                      </a:r>
                      <a:endParaRPr sz="2000" u="none" strike="noStrike" cap="none" dirty="0">
                        <a:solidFill>
                          <a:schemeClr val="accent1"/>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chemeClr val="accent3">
                              <a:lumMod val="75000"/>
                            </a:schemeClr>
                          </a:solidFill>
                        </a:rPr>
                        <a:t>Low priority</a:t>
                      </a:r>
                      <a:endParaRPr sz="1400" u="none" strike="noStrike" cap="none" dirty="0">
                        <a:solidFill>
                          <a:schemeClr val="accent3">
                            <a:lumMod val="75000"/>
                          </a:schemeClr>
                        </a:solidFill>
                      </a:endParaRPr>
                    </a:p>
                    <a:p>
                      <a:pPr marL="0" marR="0" lvl="0" indent="0" algn="ctr" rtl="0">
                        <a:lnSpc>
                          <a:spcPct val="100000"/>
                        </a:lnSpc>
                        <a:spcBef>
                          <a:spcPts val="0"/>
                        </a:spcBef>
                        <a:spcAft>
                          <a:spcPts val="0"/>
                        </a:spcAft>
                        <a:buClr>
                          <a:srgbClr val="000000"/>
                        </a:buClr>
                        <a:buSzPts val="3600"/>
                        <a:buFont typeface="Arial"/>
                        <a:buNone/>
                      </a:pPr>
                      <a:r>
                        <a:rPr lang="en-US" sz="2000" u="none" strike="noStrike" cap="none" dirty="0">
                          <a:solidFill>
                            <a:schemeClr val="accent3">
                              <a:lumMod val="75000"/>
                            </a:schemeClr>
                          </a:solidFill>
                        </a:rPr>
                        <a:t>None</a:t>
                      </a:r>
                      <a:endParaRPr sz="2000" u="none" strike="noStrike" cap="none" dirty="0">
                        <a:solidFill>
                          <a:schemeClr val="accent3">
                            <a:lumMod val="75000"/>
                          </a:schemeClr>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chemeClr val="accent3">
                              <a:lumMod val="75000"/>
                            </a:schemeClr>
                          </a:solidFill>
                        </a:rPr>
                        <a:t>Unlikely</a:t>
                      </a:r>
                      <a:endParaRPr sz="1400" u="none" strike="noStrike" cap="none" dirty="0">
                        <a:solidFill>
                          <a:schemeClr val="accent3">
                            <a:lumMod val="75000"/>
                          </a:schemeClr>
                        </a:solidFill>
                      </a:endParaRPr>
                    </a:p>
                    <a:p>
                      <a:pPr marL="0" marR="0" lvl="0" indent="0" algn="ctr" rtl="0">
                        <a:lnSpc>
                          <a:spcPct val="100000"/>
                        </a:lnSpc>
                        <a:spcBef>
                          <a:spcPts val="0"/>
                        </a:spcBef>
                        <a:spcAft>
                          <a:spcPts val="0"/>
                        </a:spcAft>
                        <a:buClr>
                          <a:srgbClr val="000000"/>
                        </a:buClr>
                        <a:buSzPts val="3600"/>
                        <a:buFont typeface="Arial"/>
                        <a:buNone/>
                      </a:pPr>
                      <a:r>
                        <a:rPr lang="en-US" sz="2000" u="none" strike="noStrike" cap="none" dirty="0">
                          <a:solidFill>
                            <a:schemeClr val="accent3">
                              <a:lumMod val="75000"/>
                            </a:schemeClr>
                          </a:solidFill>
                        </a:rPr>
                        <a:t>STD-001</a:t>
                      </a:r>
                      <a:endParaRPr sz="2000" u="none" strike="noStrike" cap="none" dirty="0">
                        <a:solidFill>
                          <a:schemeClr val="accent3">
                            <a:lumMod val="75000"/>
                          </a:schemeClr>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sp>
        <p:nvSpPr>
          <p:cNvPr id="5" name="TextBox 4">
            <a:extLst>
              <a:ext uri="{FF2B5EF4-FFF2-40B4-BE49-F238E27FC236}">
                <a16:creationId xmlns:a16="http://schemas.microsoft.com/office/drawing/2014/main" id="{83B4DE0D-6CB8-8C1E-9CFE-89908402065E}"/>
              </a:ext>
            </a:extLst>
          </p:cNvPr>
          <p:cNvSpPr txBox="1"/>
          <p:nvPr/>
        </p:nvSpPr>
        <p:spPr>
          <a:xfrm>
            <a:off x="563880" y="2561050"/>
            <a:ext cx="2331720" cy="365760"/>
          </a:xfrm>
          <a:prstGeom prst="rect">
            <a:avLst/>
          </a:prstGeom>
          <a:noFill/>
        </p:spPr>
        <p:txBody>
          <a:bodyPr wrap="square" lIns="0" tIns="9144" rIns="0" bIns="9144">
            <a:spAutoFit/>
          </a:bodyPr>
          <a:lstStyle/>
          <a:p>
            <a:pPr>
              <a:spcAft>
                <a:spcPts val="400"/>
              </a:spcAft>
            </a:pPr>
            <a:r>
              <a:rPr sz="1900" b="1">
                <a:solidFill>
                  <a:srgbClr val="89C977"/>
                </a:solidFill>
                <a:latin typeface="Arial"/>
              </a:rPr>
              <a:t>Risk grouping</a:t>
            </a:r>
          </a:p>
        </p:txBody>
      </p:sp>
      <p:sp>
        <p:nvSpPr>
          <p:cNvPr id="7" name="TextBox 6">
            <a:extLst>
              <a:ext uri="{FF2B5EF4-FFF2-40B4-BE49-F238E27FC236}">
                <a16:creationId xmlns:a16="http://schemas.microsoft.com/office/drawing/2014/main" id="{DDCD2B4D-3816-2E54-6CC7-D142E9922EB1}"/>
              </a:ext>
            </a:extLst>
          </p:cNvPr>
          <p:cNvSpPr txBox="1"/>
          <p:nvPr/>
        </p:nvSpPr>
        <p:spPr>
          <a:xfrm>
            <a:off x="563880" y="2972530"/>
            <a:ext cx="2359152" cy="1495794"/>
          </a:xfrm>
          <a:prstGeom prst="rect">
            <a:avLst/>
          </a:prstGeom>
          <a:noFill/>
        </p:spPr>
        <p:txBody>
          <a:bodyPr wrap="square" lIns="0" tIns="9144" rIns="0" bIns="9144">
            <a:spAutoFit/>
          </a:bodyPr>
          <a:lstStyle/>
          <a:p>
            <a:pPr>
              <a:spcAft>
                <a:spcPts val="400"/>
              </a:spcAft>
            </a:pPr>
            <a:r>
              <a:rPr sz="1720" b="0" dirty="0">
                <a:solidFill>
                  <a:srgbClr val="F5F8F5"/>
                </a:solidFill>
                <a:latin typeface="Arial"/>
              </a:rPr>
              <a:t>10 secure coding standards</a:t>
            </a:r>
          </a:p>
          <a:p>
            <a:pPr>
              <a:spcAft>
                <a:spcPts val="400"/>
              </a:spcAft>
            </a:pPr>
            <a:r>
              <a:rPr lang="en-US" sz="1720" b="0" dirty="0">
                <a:solidFill>
                  <a:srgbClr val="F5F8F5"/>
                </a:solidFill>
                <a:latin typeface="Arial"/>
              </a:rPr>
              <a:t>9 </a:t>
            </a:r>
            <a:r>
              <a:rPr sz="1720" b="0" dirty="0">
                <a:solidFill>
                  <a:srgbClr val="F5F8F5"/>
                </a:solidFill>
                <a:latin typeface="Arial"/>
              </a:rPr>
              <a:t>likely</a:t>
            </a:r>
          </a:p>
          <a:p>
            <a:pPr>
              <a:spcAft>
                <a:spcPts val="400"/>
              </a:spcAft>
            </a:pPr>
            <a:r>
              <a:rPr sz="1720" b="0" dirty="0">
                <a:solidFill>
                  <a:srgbClr val="F5F8F5"/>
                </a:solidFill>
                <a:latin typeface="Arial"/>
              </a:rPr>
              <a:t>2 </a:t>
            </a:r>
            <a:r>
              <a:rPr lang="en-US" sz="1720" dirty="0">
                <a:solidFill>
                  <a:srgbClr val="F5F8F5"/>
                </a:solidFill>
              </a:rPr>
              <a:t>p</a:t>
            </a:r>
            <a:r>
              <a:rPr sz="1720" b="0" dirty="0">
                <a:solidFill>
                  <a:srgbClr val="F5F8F5"/>
                </a:solidFill>
                <a:latin typeface="Arial"/>
              </a:rPr>
              <a:t>riority</a:t>
            </a:r>
          </a:p>
          <a:p>
            <a:pPr>
              <a:spcAft>
                <a:spcPts val="400"/>
              </a:spcAft>
            </a:pPr>
            <a:r>
              <a:rPr sz="1720" b="0" dirty="0">
                <a:solidFill>
                  <a:srgbClr val="F5F8F5"/>
                </a:solidFill>
                <a:latin typeface="Arial"/>
              </a:rPr>
              <a:t>1 unlikely</a:t>
            </a:r>
          </a:p>
        </p:txBody>
      </p:sp>
      <p:sp>
        <p:nvSpPr>
          <p:cNvPr id="3" name="TextBox 2">
            <a:extLst>
              <a:ext uri="{FF2B5EF4-FFF2-40B4-BE49-F238E27FC236}">
                <a16:creationId xmlns:a16="http://schemas.microsoft.com/office/drawing/2014/main" id="{86D5287F-B8D5-1414-63BB-B0D21F8FA1C9}"/>
              </a:ext>
            </a:extLst>
          </p:cNvPr>
          <p:cNvSpPr txBox="1"/>
          <p:nvPr/>
        </p:nvSpPr>
        <p:spPr>
          <a:xfrm>
            <a:off x="563880" y="6209907"/>
            <a:ext cx="10652760" cy="200055"/>
          </a:xfrm>
          <a:prstGeom prst="rect">
            <a:avLst/>
          </a:prstGeom>
          <a:noFill/>
        </p:spPr>
        <p:txBody>
          <a:bodyPr wrap="square" lIns="0" tIns="9144" rIns="0" bIns="9144">
            <a:spAutoFit/>
          </a:bodyPr>
          <a:lstStyle/>
          <a:p>
            <a:pPr>
              <a:spcAft>
                <a:spcPts val="400"/>
              </a:spcAft>
            </a:pPr>
            <a:r>
              <a:rPr lang="en-US" sz="1180" b="0" dirty="0">
                <a:solidFill>
                  <a:srgbClr val="F2D47F"/>
                </a:solidFill>
                <a:latin typeface="Arial"/>
              </a:rPr>
              <a:t>No Standards rated Low Priority. STD-001 has the lowest thread level (2).</a:t>
            </a:r>
            <a:endParaRPr sz="1180" b="0" dirty="0">
              <a:solidFill>
                <a:srgbClr val="F2D47F"/>
              </a:solidFill>
              <a:latin typeface="Arial"/>
            </a:endParaRPr>
          </a:p>
        </p:txBody>
      </p:sp>
      <p:pic>
        <p:nvPicPr>
          <p:cNvPr id="22" name="Audio 21">
            <a:hlinkClick r:id="" action="ppaction://media"/>
            <a:extLst>
              <a:ext uri="{FF2B5EF4-FFF2-40B4-BE49-F238E27FC236}">
                <a16:creationId xmlns:a16="http://schemas.microsoft.com/office/drawing/2014/main" id="{74175D50-06F4-6473-8E90-E95EA7A93BF4}"/>
              </a:ext>
            </a:extLst>
          </p:cNvPr>
          <p:cNvPicPr>
            <a:picLocks noChangeAspect="1"/>
          </p:cNvPicPr>
          <p:nvPr>
            <a:audioFile r:link="rId3"/>
            <p:extLst>
              <p:ext uri="{DAA4B4D4-6D71-4841-9C94-3DE7FCFB9230}">
                <p14:media xmlns:p14="http://schemas.microsoft.com/office/powerpoint/2010/main" r:embed="rId2"/>
              </p:ext>
            </p:extLst>
          </p:nvPr>
        </p:nvPicPr>
        <p:blipFill>
          <a:blip r:embed="rId7"/>
          <a:srcRect l="-161075" t="-161075" r="-161075" b="-161075"/>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24207"/>
    </mc:Choice>
    <mc:Fallback>
      <p:transition spd="slow" advTm="2420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10 PRINCIPLES</a:t>
            </a:r>
            <a:endParaRPr dirty="0"/>
          </a:p>
        </p:txBody>
      </p:sp>
      <p:pic>
        <p:nvPicPr>
          <p:cNvPr id="169" name="Google Shape;169;p5"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sp>
        <p:nvSpPr>
          <p:cNvPr id="5" name="TextBox 4">
            <a:extLst>
              <a:ext uri="{FF2B5EF4-FFF2-40B4-BE49-F238E27FC236}">
                <a16:creationId xmlns:a16="http://schemas.microsoft.com/office/drawing/2014/main" id="{9E804DC2-D96D-594D-1F68-33021E5ECFA1}"/>
              </a:ext>
            </a:extLst>
          </p:cNvPr>
          <p:cNvSpPr txBox="1"/>
          <p:nvPr/>
        </p:nvSpPr>
        <p:spPr>
          <a:xfrm>
            <a:off x="731520" y="2075688"/>
            <a:ext cx="5349240" cy="292608"/>
          </a:xfrm>
          <a:prstGeom prst="rect">
            <a:avLst/>
          </a:prstGeom>
          <a:noFill/>
        </p:spPr>
        <p:txBody>
          <a:bodyPr wrap="square" lIns="0" tIns="9144" rIns="0" bIns="9144">
            <a:spAutoFit/>
          </a:bodyPr>
          <a:lstStyle/>
          <a:p>
            <a:pPr>
              <a:spcAft>
                <a:spcPts val="400"/>
              </a:spcAft>
            </a:pPr>
            <a:r>
              <a:rPr sz="1600" b="1" dirty="0">
                <a:solidFill>
                  <a:srgbClr val="89C977"/>
                </a:solidFill>
                <a:latin typeface="Arial"/>
              </a:rPr>
              <a:t>1. Validate Input Data</a:t>
            </a:r>
          </a:p>
        </p:txBody>
      </p:sp>
      <p:sp>
        <p:nvSpPr>
          <p:cNvPr id="7" name="TextBox 6">
            <a:extLst>
              <a:ext uri="{FF2B5EF4-FFF2-40B4-BE49-F238E27FC236}">
                <a16:creationId xmlns:a16="http://schemas.microsoft.com/office/drawing/2014/main" id="{B47193E3-2697-1242-E477-0D2823F17E65}"/>
              </a:ext>
            </a:extLst>
          </p:cNvPr>
          <p:cNvSpPr txBox="1"/>
          <p:nvPr/>
        </p:nvSpPr>
        <p:spPr>
          <a:xfrm>
            <a:off x="731520" y="2386584"/>
            <a:ext cx="5394960" cy="274320"/>
          </a:xfrm>
          <a:prstGeom prst="rect">
            <a:avLst/>
          </a:prstGeom>
          <a:noFill/>
        </p:spPr>
        <p:txBody>
          <a:bodyPr wrap="square" lIns="0" tIns="9144" rIns="0" bIns="9144">
            <a:spAutoFit/>
          </a:bodyPr>
          <a:lstStyle/>
          <a:p>
            <a:pPr>
              <a:spcAft>
                <a:spcPts val="400"/>
              </a:spcAft>
            </a:pPr>
            <a:r>
              <a:rPr sz="1410" b="0">
                <a:solidFill>
                  <a:srgbClr val="F5F8F5"/>
                </a:solidFill>
                <a:latin typeface="Arial"/>
              </a:rPr>
              <a:t>Mapped: 001, 002, 003, 004, 008</a:t>
            </a:r>
          </a:p>
        </p:txBody>
      </p:sp>
      <p:sp>
        <p:nvSpPr>
          <p:cNvPr id="9" name="TextBox 8">
            <a:extLst>
              <a:ext uri="{FF2B5EF4-FFF2-40B4-BE49-F238E27FC236}">
                <a16:creationId xmlns:a16="http://schemas.microsoft.com/office/drawing/2014/main" id="{89D105AD-91B4-E49D-FFCC-2FEB3630F436}"/>
              </a:ext>
            </a:extLst>
          </p:cNvPr>
          <p:cNvSpPr txBox="1"/>
          <p:nvPr/>
        </p:nvSpPr>
        <p:spPr>
          <a:xfrm>
            <a:off x="731520" y="2816352"/>
            <a:ext cx="5349240" cy="292608"/>
          </a:xfrm>
          <a:prstGeom prst="rect">
            <a:avLst/>
          </a:prstGeom>
          <a:noFill/>
        </p:spPr>
        <p:txBody>
          <a:bodyPr wrap="square" lIns="0" tIns="9144" rIns="0" bIns="9144">
            <a:spAutoFit/>
          </a:bodyPr>
          <a:lstStyle/>
          <a:p>
            <a:pPr>
              <a:spcAft>
                <a:spcPts val="400"/>
              </a:spcAft>
            </a:pPr>
            <a:r>
              <a:rPr sz="1600" b="1">
                <a:solidFill>
                  <a:srgbClr val="89C977"/>
                </a:solidFill>
                <a:latin typeface="Arial"/>
              </a:rPr>
              <a:t>2. Heed Compiler Warnings</a:t>
            </a:r>
          </a:p>
        </p:txBody>
      </p:sp>
      <p:sp>
        <p:nvSpPr>
          <p:cNvPr id="11" name="TextBox 10">
            <a:extLst>
              <a:ext uri="{FF2B5EF4-FFF2-40B4-BE49-F238E27FC236}">
                <a16:creationId xmlns:a16="http://schemas.microsoft.com/office/drawing/2014/main" id="{67F0C803-CB27-5FBF-13D8-4E97202AF0FF}"/>
              </a:ext>
            </a:extLst>
          </p:cNvPr>
          <p:cNvSpPr txBox="1"/>
          <p:nvPr/>
        </p:nvSpPr>
        <p:spPr>
          <a:xfrm>
            <a:off x="731520" y="3127248"/>
            <a:ext cx="5394960" cy="274320"/>
          </a:xfrm>
          <a:prstGeom prst="rect">
            <a:avLst/>
          </a:prstGeom>
          <a:noFill/>
        </p:spPr>
        <p:txBody>
          <a:bodyPr wrap="square" lIns="0" tIns="9144" rIns="0" bIns="9144">
            <a:spAutoFit/>
          </a:bodyPr>
          <a:lstStyle/>
          <a:p>
            <a:pPr>
              <a:spcAft>
                <a:spcPts val="400"/>
              </a:spcAft>
            </a:pPr>
            <a:r>
              <a:rPr sz="1410" b="0">
                <a:solidFill>
                  <a:srgbClr val="FF9F8D"/>
                </a:solidFill>
                <a:latin typeface="Arial"/>
              </a:rPr>
              <a:t>No direct STD mapping*</a:t>
            </a:r>
          </a:p>
        </p:txBody>
      </p:sp>
      <p:sp>
        <p:nvSpPr>
          <p:cNvPr id="13" name="TextBox 12">
            <a:extLst>
              <a:ext uri="{FF2B5EF4-FFF2-40B4-BE49-F238E27FC236}">
                <a16:creationId xmlns:a16="http://schemas.microsoft.com/office/drawing/2014/main" id="{FA565770-CDA6-84C8-CA19-7AC6A0277FB7}"/>
              </a:ext>
            </a:extLst>
          </p:cNvPr>
          <p:cNvSpPr txBox="1"/>
          <p:nvPr/>
        </p:nvSpPr>
        <p:spPr>
          <a:xfrm>
            <a:off x="731520" y="3557016"/>
            <a:ext cx="5349240" cy="292608"/>
          </a:xfrm>
          <a:prstGeom prst="rect">
            <a:avLst/>
          </a:prstGeom>
          <a:noFill/>
        </p:spPr>
        <p:txBody>
          <a:bodyPr wrap="square" lIns="0" tIns="9144" rIns="0" bIns="9144">
            <a:spAutoFit/>
          </a:bodyPr>
          <a:lstStyle/>
          <a:p>
            <a:pPr>
              <a:spcAft>
                <a:spcPts val="400"/>
              </a:spcAft>
            </a:pPr>
            <a:r>
              <a:rPr sz="1600" b="1">
                <a:solidFill>
                  <a:srgbClr val="89C977"/>
                </a:solidFill>
                <a:latin typeface="Arial"/>
              </a:rPr>
              <a:t>3. Architect for Security</a:t>
            </a:r>
          </a:p>
        </p:txBody>
      </p:sp>
      <p:sp>
        <p:nvSpPr>
          <p:cNvPr id="15" name="TextBox 14">
            <a:extLst>
              <a:ext uri="{FF2B5EF4-FFF2-40B4-BE49-F238E27FC236}">
                <a16:creationId xmlns:a16="http://schemas.microsoft.com/office/drawing/2014/main" id="{720C18CF-F17B-C1A1-7425-427CCDCDF28F}"/>
              </a:ext>
            </a:extLst>
          </p:cNvPr>
          <p:cNvSpPr txBox="1"/>
          <p:nvPr/>
        </p:nvSpPr>
        <p:spPr>
          <a:xfrm>
            <a:off x="731520" y="3867912"/>
            <a:ext cx="5394960" cy="274320"/>
          </a:xfrm>
          <a:prstGeom prst="rect">
            <a:avLst/>
          </a:prstGeom>
          <a:noFill/>
        </p:spPr>
        <p:txBody>
          <a:bodyPr wrap="square" lIns="0" tIns="9144" rIns="0" bIns="9144">
            <a:spAutoFit/>
          </a:bodyPr>
          <a:lstStyle/>
          <a:p>
            <a:pPr>
              <a:spcAft>
                <a:spcPts val="400"/>
              </a:spcAft>
            </a:pPr>
            <a:r>
              <a:rPr sz="1410" b="0">
                <a:solidFill>
                  <a:srgbClr val="FF9F8D"/>
                </a:solidFill>
                <a:latin typeface="Arial"/>
              </a:rPr>
              <a:t>No direct STD mapping*</a:t>
            </a:r>
          </a:p>
        </p:txBody>
      </p:sp>
      <p:sp>
        <p:nvSpPr>
          <p:cNvPr id="17" name="TextBox 16">
            <a:extLst>
              <a:ext uri="{FF2B5EF4-FFF2-40B4-BE49-F238E27FC236}">
                <a16:creationId xmlns:a16="http://schemas.microsoft.com/office/drawing/2014/main" id="{BB408EE8-DBA4-D367-0A19-4B622744018F}"/>
              </a:ext>
            </a:extLst>
          </p:cNvPr>
          <p:cNvSpPr txBox="1"/>
          <p:nvPr/>
        </p:nvSpPr>
        <p:spPr>
          <a:xfrm>
            <a:off x="731520" y="4297680"/>
            <a:ext cx="5349240" cy="292608"/>
          </a:xfrm>
          <a:prstGeom prst="rect">
            <a:avLst/>
          </a:prstGeom>
          <a:noFill/>
        </p:spPr>
        <p:txBody>
          <a:bodyPr wrap="square" lIns="0" tIns="9144" rIns="0" bIns="9144">
            <a:spAutoFit/>
          </a:bodyPr>
          <a:lstStyle/>
          <a:p>
            <a:pPr>
              <a:spcAft>
                <a:spcPts val="400"/>
              </a:spcAft>
            </a:pPr>
            <a:r>
              <a:rPr sz="1600" b="1">
                <a:solidFill>
                  <a:srgbClr val="89C977"/>
                </a:solidFill>
                <a:latin typeface="Arial"/>
              </a:rPr>
              <a:t>4. Keep It Simple</a:t>
            </a:r>
          </a:p>
        </p:txBody>
      </p:sp>
      <p:sp>
        <p:nvSpPr>
          <p:cNvPr id="19" name="TextBox 18">
            <a:extLst>
              <a:ext uri="{FF2B5EF4-FFF2-40B4-BE49-F238E27FC236}">
                <a16:creationId xmlns:a16="http://schemas.microsoft.com/office/drawing/2014/main" id="{5D8BC8F2-6E2F-8790-977C-4B124E1888F0}"/>
              </a:ext>
            </a:extLst>
          </p:cNvPr>
          <p:cNvSpPr txBox="1"/>
          <p:nvPr/>
        </p:nvSpPr>
        <p:spPr>
          <a:xfrm>
            <a:off x="731520" y="4608576"/>
            <a:ext cx="5394960" cy="274320"/>
          </a:xfrm>
          <a:prstGeom prst="rect">
            <a:avLst/>
          </a:prstGeom>
          <a:noFill/>
        </p:spPr>
        <p:txBody>
          <a:bodyPr wrap="square" lIns="0" tIns="9144" rIns="0" bIns="9144">
            <a:spAutoFit/>
          </a:bodyPr>
          <a:lstStyle/>
          <a:p>
            <a:pPr>
              <a:spcAft>
                <a:spcPts val="400"/>
              </a:spcAft>
            </a:pPr>
            <a:r>
              <a:rPr sz="1410" b="0">
                <a:solidFill>
                  <a:srgbClr val="F5F8F5"/>
                </a:solidFill>
                <a:latin typeface="Arial"/>
              </a:rPr>
              <a:t>Mapped: 003, 005, 006, 007, 009, 010</a:t>
            </a:r>
          </a:p>
        </p:txBody>
      </p:sp>
      <p:sp>
        <p:nvSpPr>
          <p:cNvPr id="21" name="TextBox 20">
            <a:extLst>
              <a:ext uri="{FF2B5EF4-FFF2-40B4-BE49-F238E27FC236}">
                <a16:creationId xmlns:a16="http://schemas.microsoft.com/office/drawing/2014/main" id="{9DEF827C-2B77-0E7D-4076-A489A2ADC6A4}"/>
              </a:ext>
            </a:extLst>
          </p:cNvPr>
          <p:cNvSpPr txBox="1"/>
          <p:nvPr/>
        </p:nvSpPr>
        <p:spPr>
          <a:xfrm>
            <a:off x="731520" y="5038344"/>
            <a:ext cx="5349240" cy="292608"/>
          </a:xfrm>
          <a:prstGeom prst="rect">
            <a:avLst/>
          </a:prstGeom>
          <a:noFill/>
        </p:spPr>
        <p:txBody>
          <a:bodyPr wrap="square" lIns="0" tIns="9144" rIns="0" bIns="9144">
            <a:spAutoFit/>
          </a:bodyPr>
          <a:lstStyle/>
          <a:p>
            <a:pPr>
              <a:spcAft>
                <a:spcPts val="400"/>
              </a:spcAft>
            </a:pPr>
            <a:r>
              <a:rPr sz="1600" b="1">
                <a:solidFill>
                  <a:srgbClr val="89C977"/>
                </a:solidFill>
                <a:latin typeface="Arial"/>
              </a:rPr>
              <a:t>5. Default Deny</a:t>
            </a:r>
          </a:p>
        </p:txBody>
      </p:sp>
      <p:sp>
        <p:nvSpPr>
          <p:cNvPr id="23" name="TextBox 22">
            <a:extLst>
              <a:ext uri="{FF2B5EF4-FFF2-40B4-BE49-F238E27FC236}">
                <a16:creationId xmlns:a16="http://schemas.microsoft.com/office/drawing/2014/main" id="{73FCD8C3-4D92-35A9-D374-0B25DA861590}"/>
              </a:ext>
            </a:extLst>
          </p:cNvPr>
          <p:cNvSpPr txBox="1"/>
          <p:nvPr/>
        </p:nvSpPr>
        <p:spPr>
          <a:xfrm>
            <a:off x="731520" y="5349240"/>
            <a:ext cx="5394960" cy="274320"/>
          </a:xfrm>
          <a:prstGeom prst="rect">
            <a:avLst/>
          </a:prstGeom>
          <a:noFill/>
        </p:spPr>
        <p:txBody>
          <a:bodyPr wrap="square" lIns="0" tIns="9144" rIns="0" bIns="9144">
            <a:spAutoFit/>
          </a:bodyPr>
          <a:lstStyle/>
          <a:p>
            <a:pPr>
              <a:spcAft>
                <a:spcPts val="400"/>
              </a:spcAft>
            </a:pPr>
            <a:r>
              <a:rPr sz="1410" b="0">
                <a:solidFill>
                  <a:srgbClr val="FF9F8D"/>
                </a:solidFill>
                <a:latin typeface="Arial"/>
              </a:rPr>
              <a:t>No direct STD mapping*</a:t>
            </a:r>
          </a:p>
        </p:txBody>
      </p:sp>
      <p:sp>
        <p:nvSpPr>
          <p:cNvPr id="25" name="TextBox 24">
            <a:extLst>
              <a:ext uri="{FF2B5EF4-FFF2-40B4-BE49-F238E27FC236}">
                <a16:creationId xmlns:a16="http://schemas.microsoft.com/office/drawing/2014/main" id="{B2E12CCE-2431-4F75-815F-476E6E0C5BA0}"/>
              </a:ext>
            </a:extLst>
          </p:cNvPr>
          <p:cNvSpPr txBox="1"/>
          <p:nvPr/>
        </p:nvSpPr>
        <p:spPr>
          <a:xfrm>
            <a:off x="6327648" y="2075688"/>
            <a:ext cx="5349240" cy="292608"/>
          </a:xfrm>
          <a:prstGeom prst="rect">
            <a:avLst/>
          </a:prstGeom>
          <a:noFill/>
        </p:spPr>
        <p:txBody>
          <a:bodyPr wrap="square" lIns="0" tIns="9144" rIns="0" bIns="9144">
            <a:spAutoFit/>
          </a:bodyPr>
          <a:lstStyle/>
          <a:p>
            <a:pPr>
              <a:spcAft>
                <a:spcPts val="400"/>
              </a:spcAft>
            </a:pPr>
            <a:r>
              <a:rPr sz="1600" b="1">
                <a:solidFill>
                  <a:srgbClr val="89C977"/>
                </a:solidFill>
                <a:latin typeface="Arial"/>
              </a:rPr>
              <a:t>6. Least Privilege</a:t>
            </a:r>
          </a:p>
        </p:txBody>
      </p:sp>
      <p:sp>
        <p:nvSpPr>
          <p:cNvPr id="27" name="TextBox 26">
            <a:extLst>
              <a:ext uri="{FF2B5EF4-FFF2-40B4-BE49-F238E27FC236}">
                <a16:creationId xmlns:a16="http://schemas.microsoft.com/office/drawing/2014/main" id="{91AFD383-14E6-50C3-94E6-0A7890E0B17B}"/>
              </a:ext>
            </a:extLst>
          </p:cNvPr>
          <p:cNvSpPr txBox="1"/>
          <p:nvPr/>
        </p:nvSpPr>
        <p:spPr>
          <a:xfrm>
            <a:off x="6327648" y="2386584"/>
            <a:ext cx="5394960" cy="274320"/>
          </a:xfrm>
          <a:prstGeom prst="rect">
            <a:avLst/>
          </a:prstGeom>
          <a:noFill/>
        </p:spPr>
        <p:txBody>
          <a:bodyPr wrap="square" lIns="0" tIns="9144" rIns="0" bIns="9144">
            <a:spAutoFit/>
          </a:bodyPr>
          <a:lstStyle/>
          <a:p>
            <a:pPr>
              <a:spcAft>
                <a:spcPts val="400"/>
              </a:spcAft>
            </a:pPr>
            <a:r>
              <a:rPr sz="1410" b="0">
                <a:solidFill>
                  <a:srgbClr val="FF9F8D"/>
                </a:solidFill>
                <a:latin typeface="Arial"/>
              </a:rPr>
              <a:t>No direct STD mapping*</a:t>
            </a:r>
          </a:p>
        </p:txBody>
      </p:sp>
      <p:sp>
        <p:nvSpPr>
          <p:cNvPr id="29" name="TextBox 28">
            <a:extLst>
              <a:ext uri="{FF2B5EF4-FFF2-40B4-BE49-F238E27FC236}">
                <a16:creationId xmlns:a16="http://schemas.microsoft.com/office/drawing/2014/main" id="{F3AD3F9C-99B5-FE64-6EA6-3F5B528345C6}"/>
              </a:ext>
            </a:extLst>
          </p:cNvPr>
          <p:cNvSpPr txBox="1"/>
          <p:nvPr/>
        </p:nvSpPr>
        <p:spPr>
          <a:xfrm>
            <a:off x="6327648" y="2816352"/>
            <a:ext cx="5349240" cy="292608"/>
          </a:xfrm>
          <a:prstGeom prst="rect">
            <a:avLst/>
          </a:prstGeom>
          <a:noFill/>
        </p:spPr>
        <p:txBody>
          <a:bodyPr wrap="square" lIns="0" tIns="9144" rIns="0" bIns="9144">
            <a:spAutoFit/>
          </a:bodyPr>
          <a:lstStyle/>
          <a:p>
            <a:pPr>
              <a:spcAft>
                <a:spcPts val="400"/>
              </a:spcAft>
            </a:pPr>
            <a:r>
              <a:rPr sz="1600" b="1">
                <a:solidFill>
                  <a:srgbClr val="89C977"/>
                </a:solidFill>
                <a:latin typeface="Arial"/>
              </a:rPr>
              <a:t>7. Sanitize for Other Systems</a:t>
            </a:r>
          </a:p>
        </p:txBody>
      </p:sp>
      <p:sp>
        <p:nvSpPr>
          <p:cNvPr id="31" name="TextBox 30">
            <a:extLst>
              <a:ext uri="{FF2B5EF4-FFF2-40B4-BE49-F238E27FC236}">
                <a16:creationId xmlns:a16="http://schemas.microsoft.com/office/drawing/2014/main" id="{4C5A6D8B-0086-2480-B25E-F129B0D161E7}"/>
              </a:ext>
            </a:extLst>
          </p:cNvPr>
          <p:cNvSpPr txBox="1"/>
          <p:nvPr/>
        </p:nvSpPr>
        <p:spPr>
          <a:xfrm>
            <a:off x="6327648" y="3127248"/>
            <a:ext cx="5394960" cy="274320"/>
          </a:xfrm>
          <a:prstGeom prst="rect">
            <a:avLst/>
          </a:prstGeom>
          <a:noFill/>
        </p:spPr>
        <p:txBody>
          <a:bodyPr wrap="square" lIns="0" tIns="9144" rIns="0" bIns="9144">
            <a:spAutoFit/>
          </a:bodyPr>
          <a:lstStyle/>
          <a:p>
            <a:pPr>
              <a:spcAft>
                <a:spcPts val="400"/>
              </a:spcAft>
            </a:pPr>
            <a:r>
              <a:rPr sz="1410" b="0">
                <a:solidFill>
                  <a:srgbClr val="F5F8F5"/>
                </a:solidFill>
                <a:latin typeface="Arial"/>
              </a:rPr>
              <a:t>Mapped: 004</a:t>
            </a:r>
          </a:p>
        </p:txBody>
      </p:sp>
      <p:sp>
        <p:nvSpPr>
          <p:cNvPr id="33" name="TextBox 32">
            <a:extLst>
              <a:ext uri="{FF2B5EF4-FFF2-40B4-BE49-F238E27FC236}">
                <a16:creationId xmlns:a16="http://schemas.microsoft.com/office/drawing/2014/main" id="{5305E885-5072-3664-BA64-A781305EBB7E}"/>
              </a:ext>
            </a:extLst>
          </p:cNvPr>
          <p:cNvSpPr txBox="1"/>
          <p:nvPr/>
        </p:nvSpPr>
        <p:spPr>
          <a:xfrm>
            <a:off x="6327648" y="3557016"/>
            <a:ext cx="5349240" cy="292608"/>
          </a:xfrm>
          <a:prstGeom prst="rect">
            <a:avLst/>
          </a:prstGeom>
          <a:noFill/>
        </p:spPr>
        <p:txBody>
          <a:bodyPr wrap="square" lIns="0" tIns="9144" rIns="0" bIns="9144">
            <a:spAutoFit/>
          </a:bodyPr>
          <a:lstStyle/>
          <a:p>
            <a:pPr>
              <a:spcAft>
                <a:spcPts val="400"/>
              </a:spcAft>
            </a:pPr>
            <a:r>
              <a:rPr sz="1600" b="1">
                <a:solidFill>
                  <a:srgbClr val="89C977"/>
                </a:solidFill>
                <a:latin typeface="Arial"/>
              </a:rPr>
              <a:t>8. Practice Defense in Depth</a:t>
            </a:r>
          </a:p>
        </p:txBody>
      </p:sp>
      <p:sp>
        <p:nvSpPr>
          <p:cNvPr id="35" name="TextBox 34">
            <a:extLst>
              <a:ext uri="{FF2B5EF4-FFF2-40B4-BE49-F238E27FC236}">
                <a16:creationId xmlns:a16="http://schemas.microsoft.com/office/drawing/2014/main" id="{6BE44D76-0171-A5BD-B2EF-CE76B2DB68BB}"/>
              </a:ext>
            </a:extLst>
          </p:cNvPr>
          <p:cNvSpPr txBox="1"/>
          <p:nvPr/>
        </p:nvSpPr>
        <p:spPr>
          <a:xfrm>
            <a:off x="6327648" y="3867912"/>
            <a:ext cx="5394960" cy="274320"/>
          </a:xfrm>
          <a:prstGeom prst="rect">
            <a:avLst/>
          </a:prstGeom>
          <a:noFill/>
        </p:spPr>
        <p:txBody>
          <a:bodyPr wrap="square" lIns="0" tIns="9144" rIns="0" bIns="9144">
            <a:spAutoFit/>
          </a:bodyPr>
          <a:lstStyle/>
          <a:p>
            <a:pPr>
              <a:spcAft>
                <a:spcPts val="400"/>
              </a:spcAft>
            </a:pPr>
            <a:r>
              <a:rPr sz="1410" b="0">
                <a:solidFill>
                  <a:srgbClr val="F5F8F5"/>
                </a:solidFill>
                <a:latin typeface="Arial"/>
              </a:rPr>
              <a:t>Mapped: 002–010</a:t>
            </a:r>
          </a:p>
        </p:txBody>
      </p:sp>
      <p:sp>
        <p:nvSpPr>
          <p:cNvPr id="37" name="TextBox 36">
            <a:extLst>
              <a:ext uri="{FF2B5EF4-FFF2-40B4-BE49-F238E27FC236}">
                <a16:creationId xmlns:a16="http://schemas.microsoft.com/office/drawing/2014/main" id="{1091630A-6FFE-1787-70F3-CF93F0DED17B}"/>
              </a:ext>
            </a:extLst>
          </p:cNvPr>
          <p:cNvSpPr txBox="1"/>
          <p:nvPr/>
        </p:nvSpPr>
        <p:spPr>
          <a:xfrm>
            <a:off x="6327648" y="4297680"/>
            <a:ext cx="5349240" cy="292608"/>
          </a:xfrm>
          <a:prstGeom prst="rect">
            <a:avLst/>
          </a:prstGeom>
          <a:noFill/>
        </p:spPr>
        <p:txBody>
          <a:bodyPr wrap="square" lIns="0" tIns="9144" rIns="0" bIns="9144">
            <a:spAutoFit/>
          </a:bodyPr>
          <a:lstStyle/>
          <a:p>
            <a:pPr>
              <a:spcAft>
                <a:spcPts val="400"/>
              </a:spcAft>
            </a:pPr>
            <a:r>
              <a:rPr sz="1600" b="1">
                <a:solidFill>
                  <a:srgbClr val="89C977"/>
                </a:solidFill>
                <a:latin typeface="Arial"/>
              </a:rPr>
              <a:t>9. Effective Quality Assurance</a:t>
            </a:r>
          </a:p>
        </p:txBody>
      </p:sp>
      <p:sp>
        <p:nvSpPr>
          <p:cNvPr id="39" name="TextBox 38">
            <a:extLst>
              <a:ext uri="{FF2B5EF4-FFF2-40B4-BE49-F238E27FC236}">
                <a16:creationId xmlns:a16="http://schemas.microsoft.com/office/drawing/2014/main" id="{8109690B-9D22-B7C6-7C3E-4E3C222B9E46}"/>
              </a:ext>
            </a:extLst>
          </p:cNvPr>
          <p:cNvSpPr txBox="1"/>
          <p:nvPr/>
        </p:nvSpPr>
        <p:spPr>
          <a:xfrm>
            <a:off x="6327648" y="4608576"/>
            <a:ext cx="5394960" cy="274320"/>
          </a:xfrm>
          <a:prstGeom prst="rect">
            <a:avLst/>
          </a:prstGeom>
          <a:noFill/>
        </p:spPr>
        <p:txBody>
          <a:bodyPr wrap="square" lIns="0" tIns="9144" rIns="0" bIns="9144">
            <a:spAutoFit/>
          </a:bodyPr>
          <a:lstStyle/>
          <a:p>
            <a:pPr>
              <a:spcAft>
                <a:spcPts val="400"/>
              </a:spcAft>
            </a:pPr>
            <a:r>
              <a:rPr sz="1410" b="0">
                <a:solidFill>
                  <a:srgbClr val="F5F8F5"/>
                </a:solidFill>
                <a:latin typeface="Arial"/>
              </a:rPr>
              <a:t>Mapped: 001–010</a:t>
            </a:r>
          </a:p>
        </p:txBody>
      </p:sp>
      <p:sp>
        <p:nvSpPr>
          <p:cNvPr id="41" name="TextBox 40">
            <a:extLst>
              <a:ext uri="{FF2B5EF4-FFF2-40B4-BE49-F238E27FC236}">
                <a16:creationId xmlns:a16="http://schemas.microsoft.com/office/drawing/2014/main" id="{E5E5C8F0-1945-C648-6998-DC54152724DA}"/>
              </a:ext>
            </a:extLst>
          </p:cNvPr>
          <p:cNvSpPr txBox="1"/>
          <p:nvPr/>
        </p:nvSpPr>
        <p:spPr>
          <a:xfrm>
            <a:off x="6327648" y="5038344"/>
            <a:ext cx="5349240" cy="292608"/>
          </a:xfrm>
          <a:prstGeom prst="rect">
            <a:avLst/>
          </a:prstGeom>
          <a:noFill/>
        </p:spPr>
        <p:txBody>
          <a:bodyPr wrap="square" lIns="0" tIns="9144" rIns="0" bIns="9144">
            <a:spAutoFit/>
          </a:bodyPr>
          <a:lstStyle/>
          <a:p>
            <a:pPr>
              <a:spcAft>
                <a:spcPts val="400"/>
              </a:spcAft>
            </a:pPr>
            <a:r>
              <a:rPr sz="1600" b="1">
                <a:solidFill>
                  <a:srgbClr val="89C977"/>
                </a:solidFill>
                <a:latin typeface="Arial"/>
              </a:rPr>
              <a:t>10. Adopt Secure Coding Standard</a:t>
            </a:r>
          </a:p>
        </p:txBody>
      </p:sp>
      <p:sp>
        <p:nvSpPr>
          <p:cNvPr id="43" name="TextBox 42">
            <a:extLst>
              <a:ext uri="{FF2B5EF4-FFF2-40B4-BE49-F238E27FC236}">
                <a16:creationId xmlns:a16="http://schemas.microsoft.com/office/drawing/2014/main" id="{40D9AD86-61CD-7C31-2F7C-59133891C708}"/>
              </a:ext>
            </a:extLst>
          </p:cNvPr>
          <p:cNvSpPr txBox="1"/>
          <p:nvPr/>
        </p:nvSpPr>
        <p:spPr>
          <a:xfrm>
            <a:off x="6327648" y="5349240"/>
            <a:ext cx="5394960" cy="274320"/>
          </a:xfrm>
          <a:prstGeom prst="rect">
            <a:avLst/>
          </a:prstGeom>
          <a:noFill/>
        </p:spPr>
        <p:txBody>
          <a:bodyPr wrap="square" lIns="0" tIns="9144" rIns="0" bIns="9144">
            <a:spAutoFit/>
          </a:bodyPr>
          <a:lstStyle/>
          <a:p>
            <a:pPr>
              <a:spcAft>
                <a:spcPts val="400"/>
              </a:spcAft>
            </a:pPr>
            <a:r>
              <a:rPr sz="1410" b="0">
                <a:solidFill>
                  <a:srgbClr val="F5F8F5"/>
                </a:solidFill>
                <a:latin typeface="Arial"/>
              </a:rPr>
              <a:t>Mapped: 001–010</a:t>
            </a:r>
          </a:p>
        </p:txBody>
      </p:sp>
      <p:sp>
        <p:nvSpPr>
          <p:cNvPr id="45" name="TextBox 44">
            <a:extLst>
              <a:ext uri="{FF2B5EF4-FFF2-40B4-BE49-F238E27FC236}">
                <a16:creationId xmlns:a16="http://schemas.microsoft.com/office/drawing/2014/main" id="{0E56A028-FDFF-9C9B-0A83-A70E7912486A}"/>
              </a:ext>
            </a:extLst>
          </p:cNvPr>
          <p:cNvSpPr txBox="1"/>
          <p:nvPr/>
        </p:nvSpPr>
        <p:spPr>
          <a:xfrm>
            <a:off x="731520" y="5989320"/>
            <a:ext cx="10652760" cy="381643"/>
          </a:xfrm>
          <a:prstGeom prst="rect">
            <a:avLst/>
          </a:prstGeom>
          <a:noFill/>
        </p:spPr>
        <p:txBody>
          <a:bodyPr wrap="square" lIns="0" tIns="9144" rIns="0" bIns="9144">
            <a:spAutoFit/>
          </a:bodyPr>
          <a:lstStyle/>
          <a:p>
            <a:pPr>
              <a:spcAft>
                <a:spcPts val="400"/>
              </a:spcAft>
            </a:pPr>
            <a:r>
              <a:rPr lang="en-US" sz="1180" b="0" dirty="0">
                <a:solidFill>
                  <a:srgbClr val="F2D47F"/>
                </a:solidFill>
                <a:latin typeface="Arial"/>
              </a:rPr>
              <a:t>Principles 2, 3, 5, and 6 are supported through development practices, system architecture, and access-control policies. Additional coding standards may strengthen their implementation.</a:t>
            </a:r>
            <a:endParaRPr sz="1180" b="0" dirty="0">
              <a:solidFill>
                <a:srgbClr val="F2D47F"/>
              </a:solidFill>
              <a:latin typeface="Arial"/>
            </a:endParaRPr>
          </a:p>
        </p:txBody>
      </p:sp>
      <p:pic>
        <p:nvPicPr>
          <p:cNvPr id="26" name="Audio 25">
            <a:hlinkClick r:id="" action="ppaction://media"/>
            <a:extLst>
              <a:ext uri="{FF2B5EF4-FFF2-40B4-BE49-F238E27FC236}">
                <a16:creationId xmlns:a16="http://schemas.microsoft.com/office/drawing/2014/main" id="{C0F30CB1-669D-A115-1B77-9A86BB575F8D}"/>
              </a:ext>
            </a:extLst>
          </p:cNvPr>
          <p:cNvPicPr>
            <a:picLocks noChangeAspect="1"/>
          </p:cNvPicPr>
          <p:nvPr>
            <a:audioFile r:link="rId3"/>
            <p:extLst>
              <p:ext uri="{DAA4B4D4-6D71-4841-9C94-3DE7FCFB9230}">
                <p14:media xmlns:p14="http://schemas.microsoft.com/office/powerpoint/2010/main" r:embed="rId2"/>
              </p:ext>
            </p:extLst>
          </p:nvPr>
        </p:nvPicPr>
        <p:blipFill>
          <a:blip r:embed="rId7"/>
          <a:srcRect l="-161075" t="-161075" r="-161075" b="-161075"/>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28521"/>
    </mc:Choice>
    <mc:Fallback>
      <p:transition spd="slow" advTm="2852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6"/>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CODING STANDARDS</a:t>
            </a:r>
            <a:endParaRPr/>
          </a:p>
        </p:txBody>
      </p:sp>
      <p:pic>
        <p:nvPicPr>
          <p:cNvPr id="176" name="Google Shape;176;p6"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sp>
        <p:nvSpPr>
          <p:cNvPr id="5" name="TextBox 4">
            <a:extLst>
              <a:ext uri="{FF2B5EF4-FFF2-40B4-BE49-F238E27FC236}">
                <a16:creationId xmlns:a16="http://schemas.microsoft.com/office/drawing/2014/main" id="{858F56BB-6D42-8B80-2662-10023A9E6E74}"/>
              </a:ext>
            </a:extLst>
          </p:cNvPr>
          <p:cNvSpPr txBox="1"/>
          <p:nvPr/>
        </p:nvSpPr>
        <p:spPr>
          <a:xfrm>
            <a:off x="749808" y="2112264"/>
            <a:ext cx="5303520" cy="310896"/>
          </a:xfrm>
          <a:prstGeom prst="rect">
            <a:avLst/>
          </a:prstGeom>
          <a:noFill/>
        </p:spPr>
        <p:txBody>
          <a:bodyPr wrap="square" lIns="0" tIns="9144" rIns="0" bIns="9144">
            <a:spAutoFit/>
          </a:bodyPr>
          <a:lstStyle/>
          <a:p>
            <a:pPr>
              <a:spcAft>
                <a:spcPts val="400"/>
              </a:spcAft>
            </a:pPr>
            <a:r>
              <a:rPr sz="1610" b="1">
                <a:solidFill>
                  <a:srgbClr val="F5F8F5"/>
                </a:solidFill>
                <a:latin typeface="Arial"/>
              </a:rPr>
              <a:t>1.  STD-004  SQL injection</a:t>
            </a:r>
          </a:p>
        </p:txBody>
      </p:sp>
      <p:sp>
        <p:nvSpPr>
          <p:cNvPr id="7" name="TextBox 6">
            <a:extLst>
              <a:ext uri="{FF2B5EF4-FFF2-40B4-BE49-F238E27FC236}">
                <a16:creationId xmlns:a16="http://schemas.microsoft.com/office/drawing/2014/main" id="{1AB31B8E-3D43-FAB9-6DAE-955495CA0DA0}"/>
              </a:ext>
            </a:extLst>
          </p:cNvPr>
          <p:cNvSpPr txBox="1"/>
          <p:nvPr/>
        </p:nvSpPr>
        <p:spPr>
          <a:xfrm>
            <a:off x="749808" y="2441448"/>
            <a:ext cx="4480560" cy="210312"/>
          </a:xfrm>
          <a:prstGeom prst="rect">
            <a:avLst/>
          </a:prstGeom>
          <a:noFill/>
        </p:spPr>
        <p:txBody>
          <a:bodyPr wrap="square" lIns="0" tIns="9144" rIns="0" bIns="9144">
            <a:spAutoFit/>
          </a:bodyPr>
          <a:lstStyle/>
          <a:p>
            <a:pPr>
              <a:spcAft>
                <a:spcPts val="400"/>
              </a:spcAft>
            </a:pPr>
            <a:r>
              <a:rPr sz="1290" b="0">
                <a:solidFill>
                  <a:srgbClr val="FF9F8D"/>
                </a:solidFill>
                <a:latin typeface="Arial"/>
              </a:rPr>
              <a:t>Level 5</a:t>
            </a:r>
          </a:p>
        </p:txBody>
      </p:sp>
      <p:sp>
        <p:nvSpPr>
          <p:cNvPr id="9" name="TextBox 8">
            <a:extLst>
              <a:ext uri="{FF2B5EF4-FFF2-40B4-BE49-F238E27FC236}">
                <a16:creationId xmlns:a16="http://schemas.microsoft.com/office/drawing/2014/main" id="{770DFCD9-6C70-63F9-182B-7F84A880F5EC}"/>
              </a:ext>
            </a:extLst>
          </p:cNvPr>
          <p:cNvSpPr txBox="1"/>
          <p:nvPr/>
        </p:nvSpPr>
        <p:spPr>
          <a:xfrm>
            <a:off x="749808" y="2798064"/>
            <a:ext cx="5303520" cy="310896"/>
          </a:xfrm>
          <a:prstGeom prst="rect">
            <a:avLst/>
          </a:prstGeom>
          <a:noFill/>
        </p:spPr>
        <p:txBody>
          <a:bodyPr wrap="square" lIns="0" tIns="9144" rIns="0" bIns="9144">
            <a:spAutoFit/>
          </a:bodyPr>
          <a:lstStyle/>
          <a:p>
            <a:pPr>
              <a:spcAft>
                <a:spcPts val="400"/>
              </a:spcAft>
            </a:pPr>
            <a:r>
              <a:rPr sz="1610" b="1">
                <a:solidFill>
                  <a:srgbClr val="F5F8F5"/>
                </a:solidFill>
                <a:latin typeface="Arial"/>
              </a:rPr>
              <a:t>2.  STD-005  Use-after-free</a:t>
            </a:r>
          </a:p>
        </p:txBody>
      </p:sp>
      <p:sp>
        <p:nvSpPr>
          <p:cNvPr id="11" name="TextBox 10">
            <a:extLst>
              <a:ext uri="{FF2B5EF4-FFF2-40B4-BE49-F238E27FC236}">
                <a16:creationId xmlns:a16="http://schemas.microsoft.com/office/drawing/2014/main" id="{3ED5850A-7C5F-B912-5E8A-CF4C661BBBD4}"/>
              </a:ext>
            </a:extLst>
          </p:cNvPr>
          <p:cNvSpPr txBox="1"/>
          <p:nvPr/>
        </p:nvSpPr>
        <p:spPr>
          <a:xfrm>
            <a:off x="749808" y="3127248"/>
            <a:ext cx="4480560" cy="210312"/>
          </a:xfrm>
          <a:prstGeom prst="rect">
            <a:avLst/>
          </a:prstGeom>
          <a:noFill/>
        </p:spPr>
        <p:txBody>
          <a:bodyPr wrap="square" lIns="0" tIns="9144" rIns="0" bIns="9144">
            <a:spAutoFit/>
          </a:bodyPr>
          <a:lstStyle/>
          <a:p>
            <a:pPr>
              <a:spcAft>
                <a:spcPts val="400"/>
              </a:spcAft>
            </a:pPr>
            <a:r>
              <a:rPr sz="1290" b="0">
                <a:solidFill>
                  <a:srgbClr val="FF9F8D"/>
                </a:solidFill>
                <a:latin typeface="Arial"/>
              </a:rPr>
              <a:t>Level 5</a:t>
            </a:r>
          </a:p>
        </p:txBody>
      </p:sp>
      <p:sp>
        <p:nvSpPr>
          <p:cNvPr id="13" name="TextBox 12">
            <a:extLst>
              <a:ext uri="{FF2B5EF4-FFF2-40B4-BE49-F238E27FC236}">
                <a16:creationId xmlns:a16="http://schemas.microsoft.com/office/drawing/2014/main" id="{37B3BE99-88B2-0178-D6C0-33F1094285B2}"/>
              </a:ext>
            </a:extLst>
          </p:cNvPr>
          <p:cNvSpPr txBox="1"/>
          <p:nvPr/>
        </p:nvSpPr>
        <p:spPr>
          <a:xfrm>
            <a:off x="749808" y="3483864"/>
            <a:ext cx="5303520" cy="310896"/>
          </a:xfrm>
          <a:prstGeom prst="rect">
            <a:avLst/>
          </a:prstGeom>
          <a:noFill/>
        </p:spPr>
        <p:txBody>
          <a:bodyPr wrap="square" lIns="0" tIns="9144" rIns="0" bIns="9144">
            <a:spAutoFit/>
          </a:bodyPr>
          <a:lstStyle/>
          <a:p>
            <a:pPr>
              <a:spcAft>
                <a:spcPts val="400"/>
              </a:spcAft>
            </a:pPr>
            <a:r>
              <a:rPr sz="1610" b="1">
                <a:solidFill>
                  <a:srgbClr val="F5F8F5"/>
                </a:solidFill>
                <a:latin typeface="Arial"/>
              </a:rPr>
              <a:t>3.  STD-002  Signed overflow</a:t>
            </a:r>
          </a:p>
        </p:txBody>
      </p:sp>
      <p:sp>
        <p:nvSpPr>
          <p:cNvPr id="15" name="TextBox 14">
            <a:extLst>
              <a:ext uri="{FF2B5EF4-FFF2-40B4-BE49-F238E27FC236}">
                <a16:creationId xmlns:a16="http://schemas.microsoft.com/office/drawing/2014/main" id="{DE8B6716-7E31-DE65-DF5E-FFF1257D8CA5}"/>
              </a:ext>
            </a:extLst>
          </p:cNvPr>
          <p:cNvSpPr txBox="1"/>
          <p:nvPr/>
        </p:nvSpPr>
        <p:spPr>
          <a:xfrm>
            <a:off x="749808" y="3813048"/>
            <a:ext cx="4480560" cy="210312"/>
          </a:xfrm>
          <a:prstGeom prst="rect">
            <a:avLst/>
          </a:prstGeom>
          <a:noFill/>
        </p:spPr>
        <p:txBody>
          <a:bodyPr wrap="square" lIns="0" tIns="9144" rIns="0" bIns="9144">
            <a:spAutoFit/>
          </a:bodyPr>
          <a:lstStyle/>
          <a:p>
            <a:pPr>
              <a:spcAft>
                <a:spcPts val="400"/>
              </a:spcAft>
            </a:pPr>
            <a:r>
              <a:rPr sz="1290" b="0">
                <a:solidFill>
                  <a:srgbClr val="F2D47F"/>
                </a:solidFill>
                <a:latin typeface="Arial"/>
              </a:rPr>
              <a:t>Level 4</a:t>
            </a:r>
          </a:p>
        </p:txBody>
      </p:sp>
      <p:sp>
        <p:nvSpPr>
          <p:cNvPr id="17" name="TextBox 16">
            <a:extLst>
              <a:ext uri="{FF2B5EF4-FFF2-40B4-BE49-F238E27FC236}">
                <a16:creationId xmlns:a16="http://schemas.microsoft.com/office/drawing/2014/main" id="{7939B946-9023-3C28-9F83-129D4F1DEC61}"/>
              </a:ext>
            </a:extLst>
          </p:cNvPr>
          <p:cNvSpPr txBox="1"/>
          <p:nvPr/>
        </p:nvSpPr>
        <p:spPr>
          <a:xfrm>
            <a:off x="749808" y="4169664"/>
            <a:ext cx="5303520" cy="310896"/>
          </a:xfrm>
          <a:prstGeom prst="rect">
            <a:avLst/>
          </a:prstGeom>
          <a:noFill/>
        </p:spPr>
        <p:txBody>
          <a:bodyPr wrap="square" lIns="0" tIns="9144" rIns="0" bIns="9144">
            <a:spAutoFit/>
          </a:bodyPr>
          <a:lstStyle/>
          <a:p>
            <a:pPr>
              <a:spcAft>
                <a:spcPts val="400"/>
              </a:spcAft>
            </a:pPr>
            <a:r>
              <a:rPr sz="1610" b="1">
                <a:solidFill>
                  <a:srgbClr val="F5F8F5"/>
                </a:solidFill>
                <a:latin typeface="Arial"/>
              </a:rPr>
              <a:t>4.  STD-003  String buffer safety</a:t>
            </a:r>
          </a:p>
        </p:txBody>
      </p:sp>
      <p:sp>
        <p:nvSpPr>
          <p:cNvPr id="19" name="TextBox 18">
            <a:extLst>
              <a:ext uri="{FF2B5EF4-FFF2-40B4-BE49-F238E27FC236}">
                <a16:creationId xmlns:a16="http://schemas.microsoft.com/office/drawing/2014/main" id="{8A678FCF-4E26-186F-4E7D-4A9D414F3DF4}"/>
              </a:ext>
            </a:extLst>
          </p:cNvPr>
          <p:cNvSpPr txBox="1"/>
          <p:nvPr/>
        </p:nvSpPr>
        <p:spPr>
          <a:xfrm>
            <a:off x="749808" y="4498848"/>
            <a:ext cx="4480560" cy="210312"/>
          </a:xfrm>
          <a:prstGeom prst="rect">
            <a:avLst/>
          </a:prstGeom>
          <a:noFill/>
        </p:spPr>
        <p:txBody>
          <a:bodyPr wrap="square" lIns="0" tIns="9144" rIns="0" bIns="9144">
            <a:spAutoFit/>
          </a:bodyPr>
          <a:lstStyle/>
          <a:p>
            <a:pPr>
              <a:spcAft>
                <a:spcPts val="400"/>
              </a:spcAft>
            </a:pPr>
            <a:r>
              <a:rPr sz="1290" b="0">
                <a:solidFill>
                  <a:srgbClr val="F2D47F"/>
                </a:solidFill>
                <a:latin typeface="Arial"/>
              </a:rPr>
              <a:t>Level 4</a:t>
            </a:r>
          </a:p>
        </p:txBody>
      </p:sp>
      <p:sp>
        <p:nvSpPr>
          <p:cNvPr id="21" name="TextBox 20">
            <a:extLst>
              <a:ext uri="{FF2B5EF4-FFF2-40B4-BE49-F238E27FC236}">
                <a16:creationId xmlns:a16="http://schemas.microsoft.com/office/drawing/2014/main" id="{3BE90330-6AC8-0F2F-4B9E-7B5BC06A45B5}"/>
              </a:ext>
            </a:extLst>
          </p:cNvPr>
          <p:cNvSpPr txBox="1"/>
          <p:nvPr/>
        </p:nvSpPr>
        <p:spPr>
          <a:xfrm>
            <a:off x="749808" y="4855464"/>
            <a:ext cx="5303520" cy="310896"/>
          </a:xfrm>
          <a:prstGeom prst="rect">
            <a:avLst/>
          </a:prstGeom>
          <a:noFill/>
        </p:spPr>
        <p:txBody>
          <a:bodyPr wrap="square" lIns="0" tIns="9144" rIns="0" bIns="9144">
            <a:spAutoFit/>
          </a:bodyPr>
          <a:lstStyle/>
          <a:p>
            <a:pPr>
              <a:spcAft>
                <a:spcPts val="400"/>
              </a:spcAft>
            </a:pPr>
            <a:r>
              <a:rPr sz="1610" b="1">
                <a:solidFill>
                  <a:srgbClr val="F5F8F5"/>
                </a:solidFill>
                <a:latin typeface="Arial"/>
              </a:rPr>
              <a:t>5.  STD-008  Container bounds</a:t>
            </a:r>
          </a:p>
        </p:txBody>
      </p:sp>
      <p:sp>
        <p:nvSpPr>
          <p:cNvPr id="23" name="TextBox 22">
            <a:extLst>
              <a:ext uri="{FF2B5EF4-FFF2-40B4-BE49-F238E27FC236}">
                <a16:creationId xmlns:a16="http://schemas.microsoft.com/office/drawing/2014/main" id="{C98D7C5F-F928-59CB-5BA6-EB2AE7685822}"/>
              </a:ext>
            </a:extLst>
          </p:cNvPr>
          <p:cNvSpPr txBox="1"/>
          <p:nvPr/>
        </p:nvSpPr>
        <p:spPr>
          <a:xfrm>
            <a:off x="749808" y="5184648"/>
            <a:ext cx="4480560" cy="210312"/>
          </a:xfrm>
          <a:prstGeom prst="rect">
            <a:avLst/>
          </a:prstGeom>
          <a:noFill/>
        </p:spPr>
        <p:txBody>
          <a:bodyPr wrap="square" lIns="0" tIns="9144" rIns="0" bIns="9144">
            <a:spAutoFit/>
          </a:bodyPr>
          <a:lstStyle/>
          <a:p>
            <a:pPr>
              <a:spcAft>
                <a:spcPts val="400"/>
              </a:spcAft>
            </a:pPr>
            <a:r>
              <a:rPr sz="1290" b="0">
                <a:solidFill>
                  <a:srgbClr val="F2D47F"/>
                </a:solidFill>
                <a:latin typeface="Arial"/>
              </a:rPr>
              <a:t>Level 4</a:t>
            </a:r>
          </a:p>
        </p:txBody>
      </p:sp>
      <p:sp>
        <p:nvSpPr>
          <p:cNvPr id="25" name="TextBox 24">
            <a:extLst>
              <a:ext uri="{FF2B5EF4-FFF2-40B4-BE49-F238E27FC236}">
                <a16:creationId xmlns:a16="http://schemas.microsoft.com/office/drawing/2014/main" id="{EE827757-31E2-2ECB-E2FD-AC90791A2E00}"/>
              </a:ext>
            </a:extLst>
          </p:cNvPr>
          <p:cNvSpPr txBox="1"/>
          <p:nvPr/>
        </p:nvSpPr>
        <p:spPr>
          <a:xfrm>
            <a:off x="6345936" y="2112264"/>
            <a:ext cx="5303520" cy="310896"/>
          </a:xfrm>
          <a:prstGeom prst="rect">
            <a:avLst/>
          </a:prstGeom>
          <a:noFill/>
        </p:spPr>
        <p:txBody>
          <a:bodyPr wrap="square" lIns="0" tIns="9144" rIns="0" bIns="9144">
            <a:spAutoFit/>
          </a:bodyPr>
          <a:lstStyle/>
          <a:p>
            <a:pPr>
              <a:spcAft>
                <a:spcPts val="400"/>
              </a:spcAft>
            </a:pPr>
            <a:r>
              <a:rPr sz="1610" b="1">
                <a:solidFill>
                  <a:srgbClr val="F5F8F5"/>
                </a:solidFill>
                <a:latin typeface="Arial"/>
              </a:rPr>
              <a:t>6.  STD-009  Object lifetime</a:t>
            </a:r>
          </a:p>
        </p:txBody>
      </p:sp>
      <p:sp>
        <p:nvSpPr>
          <p:cNvPr id="27" name="TextBox 26">
            <a:extLst>
              <a:ext uri="{FF2B5EF4-FFF2-40B4-BE49-F238E27FC236}">
                <a16:creationId xmlns:a16="http://schemas.microsoft.com/office/drawing/2014/main" id="{2CB5D2F1-E7D1-9BA9-681D-D03518EEE67C}"/>
              </a:ext>
            </a:extLst>
          </p:cNvPr>
          <p:cNvSpPr txBox="1"/>
          <p:nvPr/>
        </p:nvSpPr>
        <p:spPr>
          <a:xfrm>
            <a:off x="6345936" y="2441448"/>
            <a:ext cx="4480560" cy="210312"/>
          </a:xfrm>
          <a:prstGeom prst="rect">
            <a:avLst/>
          </a:prstGeom>
          <a:noFill/>
        </p:spPr>
        <p:txBody>
          <a:bodyPr wrap="square" lIns="0" tIns="9144" rIns="0" bIns="9144">
            <a:spAutoFit/>
          </a:bodyPr>
          <a:lstStyle/>
          <a:p>
            <a:pPr>
              <a:spcAft>
                <a:spcPts val="400"/>
              </a:spcAft>
            </a:pPr>
            <a:r>
              <a:rPr sz="1290" b="0">
                <a:solidFill>
                  <a:srgbClr val="F2D47F"/>
                </a:solidFill>
                <a:latin typeface="Arial"/>
              </a:rPr>
              <a:t>Level 4</a:t>
            </a:r>
          </a:p>
        </p:txBody>
      </p:sp>
      <p:sp>
        <p:nvSpPr>
          <p:cNvPr id="29" name="TextBox 28">
            <a:extLst>
              <a:ext uri="{FF2B5EF4-FFF2-40B4-BE49-F238E27FC236}">
                <a16:creationId xmlns:a16="http://schemas.microsoft.com/office/drawing/2014/main" id="{8EDCC57A-00E4-29CF-3014-2F814223231C}"/>
              </a:ext>
            </a:extLst>
          </p:cNvPr>
          <p:cNvSpPr txBox="1"/>
          <p:nvPr/>
        </p:nvSpPr>
        <p:spPr>
          <a:xfrm>
            <a:off x="6345936" y="2798064"/>
            <a:ext cx="5303520" cy="310896"/>
          </a:xfrm>
          <a:prstGeom prst="rect">
            <a:avLst/>
          </a:prstGeom>
          <a:noFill/>
        </p:spPr>
        <p:txBody>
          <a:bodyPr wrap="square" lIns="0" tIns="9144" rIns="0" bIns="9144">
            <a:spAutoFit/>
          </a:bodyPr>
          <a:lstStyle/>
          <a:p>
            <a:pPr>
              <a:spcAft>
                <a:spcPts val="400"/>
              </a:spcAft>
            </a:pPr>
            <a:r>
              <a:rPr sz="1610" b="1">
                <a:solidFill>
                  <a:srgbClr val="F5F8F5"/>
                </a:solidFill>
                <a:latin typeface="Arial"/>
              </a:rPr>
              <a:t>7.  STD-010  Resource cleanup</a:t>
            </a:r>
          </a:p>
        </p:txBody>
      </p:sp>
      <p:sp>
        <p:nvSpPr>
          <p:cNvPr id="31" name="TextBox 30">
            <a:extLst>
              <a:ext uri="{FF2B5EF4-FFF2-40B4-BE49-F238E27FC236}">
                <a16:creationId xmlns:a16="http://schemas.microsoft.com/office/drawing/2014/main" id="{3A3383DC-016A-C3CB-3F4A-4E3F97A63EDC}"/>
              </a:ext>
            </a:extLst>
          </p:cNvPr>
          <p:cNvSpPr txBox="1"/>
          <p:nvPr/>
        </p:nvSpPr>
        <p:spPr>
          <a:xfrm>
            <a:off x="6345936" y="3127248"/>
            <a:ext cx="4480560" cy="210312"/>
          </a:xfrm>
          <a:prstGeom prst="rect">
            <a:avLst/>
          </a:prstGeom>
          <a:noFill/>
        </p:spPr>
        <p:txBody>
          <a:bodyPr wrap="square" lIns="0" tIns="9144" rIns="0" bIns="9144">
            <a:spAutoFit/>
          </a:bodyPr>
          <a:lstStyle/>
          <a:p>
            <a:pPr>
              <a:spcAft>
                <a:spcPts val="400"/>
              </a:spcAft>
            </a:pPr>
            <a:r>
              <a:rPr sz="1290" b="0">
                <a:solidFill>
                  <a:srgbClr val="F2D47F"/>
                </a:solidFill>
                <a:latin typeface="Arial"/>
              </a:rPr>
              <a:t>Level 4</a:t>
            </a:r>
          </a:p>
        </p:txBody>
      </p:sp>
      <p:sp>
        <p:nvSpPr>
          <p:cNvPr id="33" name="TextBox 32">
            <a:extLst>
              <a:ext uri="{FF2B5EF4-FFF2-40B4-BE49-F238E27FC236}">
                <a16:creationId xmlns:a16="http://schemas.microsoft.com/office/drawing/2014/main" id="{916D913A-7BE3-3D6E-69EE-5F290D4315A7}"/>
              </a:ext>
            </a:extLst>
          </p:cNvPr>
          <p:cNvSpPr txBox="1"/>
          <p:nvPr/>
        </p:nvSpPr>
        <p:spPr>
          <a:xfrm>
            <a:off x="6345936" y="3483864"/>
            <a:ext cx="5303520" cy="310896"/>
          </a:xfrm>
          <a:prstGeom prst="rect">
            <a:avLst/>
          </a:prstGeom>
          <a:noFill/>
        </p:spPr>
        <p:txBody>
          <a:bodyPr wrap="square" lIns="0" tIns="9144" rIns="0" bIns="9144">
            <a:spAutoFit/>
          </a:bodyPr>
          <a:lstStyle/>
          <a:p>
            <a:pPr>
              <a:spcAft>
                <a:spcPts val="400"/>
              </a:spcAft>
            </a:pPr>
            <a:r>
              <a:rPr sz="1610" b="1">
                <a:solidFill>
                  <a:srgbClr val="F5F8F5"/>
                </a:solidFill>
                <a:latin typeface="Arial"/>
              </a:rPr>
              <a:t>8.  STD-006  Assertion side effects</a:t>
            </a:r>
          </a:p>
        </p:txBody>
      </p:sp>
      <p:sp>
        <p:nvSpPr>
          <p:cNvPr id="35" name="TextBox 34">
            <a:extLst>
              <a:ext uri="{FF2B5EF4-FFF2-40B4-BE49-F238E27FC236}">
                <a16:creationId xmlns:a16="http://schemas.microsoft.com/office/drawing/2014/main" id="{07AF36FF-7352-DE7D-97E2-1A1DF9EF0DA9}"/>
              </a:ext>
            </a:extLst>
          </p:cNvPr>
          <p:cNvSpPr txBox="1"/>
          <p:nvPr/>
        </p:nvSpPr>
        <p:spPr>
          <a:xfrm>
            <a:off x="6345936" y="3813048"/>
            <a:ext cx="4480560" cy="210312"/>
          </a:xfrm>
          <a:prstGeom prst="rect">
            <a:avLst/>
          </a:prstGeom>
          <a:noFill/>
        </p:spPr>
        <p:txBody>
          <a:bodyPr wrap="square" lIns="0" tIns="9144" rIns="0" bIns="9144">
            <a:spAutoFit/>
          </a:bodyPr>
          <a:lstStyle/>
          <a:p>
            <a:pPr>
              <a:spcAft>
                <a:spcPts val="400"/>
              </a:spcAft>
            </a:pPr>
            <a:r>
              <a:rPr sz="1290" b="0">
                <a:solidFill>
                  <a:srgbClr val="89C977"/>
                </a:solidFill>
                <a:latin typeface="Arial"/>
              </a:rPr>
              <a:t>Level 3</a:t>
            </a:r>
          </a:p>
        </p:txBody>
      </p:sp>
      <p:sp>
        <p:nvSpPr>
          <p:cNvPr id="37" name="TextBox 36">
            <a:extLst>
              <a:ext uri="{FF2B5EF4-FFF2-40B4-BE49-F238E27FC236}">
                <a16:creationId xmlns:a16="http://schemas.microsoft.com/office/drawing/2014/main" id="{1C0C8543-9574-5E6B-830A-36A419476828}"/>
              </a:ext>
            </a:extLst>
          </p:cNvPr>
          <p:cNvSpPr txBox="1"/>
          <p:nvPr/>
        </p:nvSpPr>
        <p:spPr>
          <a:xfrm>
            <a:off x="6345936" y="4169664"/>
            <a:ext cx="5303520" cy="310896"/>
          </a:xfrm>
          <a:prstGeom prst="rect">
            <a:avLst/>
          </a:prstGeom>
          <a:noFill/>
        </p:spPr>
        <p:txBody>
          <a:bodyPr wrap="square" lIns="0" tIns="9144" rIns="0" bIns="9144">
            <a:spAutoFit/>
          </a:bodyPr>
          <a:lstStyle/>
          <a:p>
            <a:pPr>
              <a:spcAft>
                <a:spcPts val="400"/>
              </a:spcAft>
            </a:pPr>
            <a:r>
              <a:rPr sz="1610" b="1">
                <a:solidFill>
                  <a:srgbClr val="F5F8F5"/>
                </a:solidFill>
                <a:latin typeface="Arial"/>
              </a:rPr>
              <a:t>9.  STD-007  Catch by reference</a:t>
            </a:r>
          </a:p>
        </p:txBody>
      </p:sp>
      <p:sp>
        <p:nvSpPr>
          <p:cNvPr id="39" name="TextBox 38">
            <a:extLst>
              <a:ext uri="{FF2B5EF4-FFF2-40B4-BE49-F238E27FC236}">
                <a16:creationId xmlns:a16="http://schemas.microsoft.com/office/drawing/2014/main" id="{C9E6A7FB-1946-643B-B0C1-D83C46636FE0}"/>
              </a:ext>
            </a:extLst>
          </p:cNvPr>
          <p:cNvSpPr txBox="1"/>
          <p:nvPr/>
        </p:nvSpPr>
        <p:spPr>
          <a:xfrm>
            <a:off x="6345936" y="4498848"/>
            <a:ext cx="4480560" cy="210312"/>
          </a:xfrm>
          <a:prstGeom prst="rect">
            <a:avLst/>
          </a:prstGeom>
          <a:noFill/>
        </p:spPr>
        <p:txBody>
          <a:bodyPr wrap="square" lIns="0" tIns="9144" rIns="0" bIns="9144">
            <a:spAutoFit/>
          </a:bodyPr>
          <a:lstStyle/>
          <a:p>
            <a:pPr>
              <a:spcAft>
                <a:spcPts val="400"/>
              </a:spcAft>
            </a:pPr>
            <a:r>
              <a:rPr sz="1290" b="0">
                <a:solidFill>
                  <a:srgbClr val="89C977"/>
                </a:solidFill>
                <a:latin typeface="Arial"/>
              </a:rPr>
              <a:t>Level 3</a:t>
            </a:r>
          </a:p>
        </p:txBody>
      </p:sp>
      <p:sp>
        <p:nvSpPr>
          <p:cNvPr id="41" name="TextBox 40">
            <a:extLst>
              <a:ext uri="{FF2B5EF4-FFF2-40B4-BE49-F238E27FC236}">
                <a16:creationId xmlns:a16="http://schemas.microsoft.com/office/drawing/2014/main" id="{3272C9AD-2DD0-D16D-067C-9DDA68EBEBE0}"/>
              </a:ext>
            </a:extLst>
          </p:cNvPr>
          <p:cNvSpPr txBox="1"/>
          <p:nvPr/>
        </p:nvSpPr>
        <p:spPr>
          <a:xfrm>
            <a:off x="6345936" y="4855464"/>
            <a:ext cx="5303520" cy="310896"/>
          </a:xfrm>
          <a:prstGeom prst="rect">
            <a:avLst/>
          </a:prstGeom>
          <a:noFill/>
        </p:spPr>
        <p:txBody>
          <a:bodyPr wrap="square" lIns="0" tIns="9144" rIns="0" bIns="9144">
            <a:spAutoFit/>
          </a:bodyPr>
          <a:lstStyle/>
          <a:p>
            <a:pPr>
              <a:spcAft>
                <a:spcPts val="400"/>
              </a:spcAft>
            </a:pPr>
            <a:r>
              <a:rPr sz="1610" b="1">
                <a:solidFill>
                  <a:srgbClr val="F5F8F5"/>
                </a:solidFill>
                <a:latin typeface="Arial"/>
              </a:rPr>
              <a:t>10. STD-001  Enumeration casting</a:t>
            </a:r>
          </a:p>
        </p:txBody>
      </p:sp>
      <p:sp>
        <p:nvSpPr>
          <p:cNvPr id="43" name="TextBox 42">
            <a:extLst>
              <a:ext uri="{FF2B5EF4-FFF2-40B4-BE49-F238E27FC236}">
                <a16:creationId xmlns:a16="http://schemas.microsoft.com/office/drawing/2014/main" id="{13A78A55-25DC-7E1A-B1EA-C5205FA831C9}"/>
              </a:ext>
            </a:extLst>
          </p:cNvPr>
          <p:cNvSpPr txBox="1"/>
          <p:nvPr/>
        </p:nvSpPr>
        <p:spPr>
          <a:xfrm>
            <a:off x="6345936" y="5184648"/>
            <a:ext cx="4480560" cy="210312"/>
          </a:xfrm>
          <a:prstGeom prst="rect">
            <a:avLst/>
          </a:prstGeom>
          <a:noFill/>
        </p:spPr>
        <p:txBody>
          <a:bodyPr wrap="square" lIns="0" tIns="9144" rIns="0" bIns="9144">
            <a:spAutoFit/>
          </a:bodyPr>
          <a:lstStyle/>
          <a:p>
            <a:pPr>
              <a:spcAft>
                <a:spcPts val="400"/>
              </a:spcAft>
            </a:pPr>
            <a:r>
              <a:rPr sz="1290" b="0">
                <a:solidFill>
                  <a:srgbClr val="89C977"/>
                </a:solidFill>
                <a:latin typeface="Arial"/>
              </a:rPr>
              <a:t>Level 2</a:t>
            </a:r>
          </a:p>
        </p:txBody>
      </p:sp>
      <p:sp>
        <p:nvSpPr>
          <p:cNvPr id="45" name="TextBox 44">
            <a:extLst>
              <a:ext uri="{FF2B5EF4-FFF2-40B4-BE49-F238E27FC236}">
                <a16:creationId xmlns:a16="http://schemas.microsoft.com/office/drawing/2014/main" id="{5808E471-B45C-4EB8-017E-A3714135B772}"/>
              </a:ext>
            </a:extLst>
          </p:cNvPr>
          <p:cNvSpPr txBox="1"/>
          <p:nvPr/>
        </p:nvSpPr>
        <p:spPr>
          <a:xfrm>
            <a:off x="731520" y="5760720"/>
            <a:ext cx="10789920" cy="411480"/>
          </a:xfrm>
          <a:prstGeom prst="rect">
            <a:avLst/>
          </a:prstGeom>
          <a:noFill/>
        </p:spPr>
        <p:txBody>
          <a:bodyPr wrap="square" lIns="0" tIns="9144" rIns="0" bIns="9144">
            <a:spAutoFit/>
          </a:bodyPr>
          <a:lstStyle/>
          <a:p>
            <a:pPr>
              <a:spcAft>
                <a:spcPts val="400"/>
              </a:spcAft>
            </a:pPr>
            <a:r>
              <a:rPr sz="1420" b="0">
                <a:solidFill>
                  <a:srgbClr val="CBD5CD"/>
                </a:solidFill>
                <a:latin typeface="Arial"/>
              </a:rPr>
              <a:t>Ordering: Project One threat level first; direct exploitability and business impact resolve ties.</a:t>
            </a:r>
          </a:p>
        </p:txBody>
      </p:sp>
      <p:pic>
        <p:nvPicPr>
          <p:cNvPr id="16" name="Audio 15">
            <a:hlinkClick r:id="" action="ppaction://media"/>
            <a:extLst>
              <a:ext uri="{FF2B5EF4-FFF2-40B4-BE49-F238E27FC236}">
                <a16:creationId xmlns:a16="http://schemas.microsoft.com/office/drawing/2014/main" id="{073386CB-94B9-3F8B-233B-242D0147302F}"/>
              </a:ext>
            </a:extLst>
          </p:cNvPr>
          <p:cNvPicPr>
            <a:picLocks noChangeAspect="1"/>
          </p:cNvPicPr>
          <p:nvPr>
            <a:audioFile r:link="rId3"/>
            <p:extLst>
              <p:ext uri="{DAA4B4D4-6D71-4841-9C94-3DE7FCFB9230}">
                <p14:media xmlns:p14="http://schemas.microsoft.com/office/powerpoint/2010/main" r:embed="rId2"/>
              </p:ext>
            </p:extLst>
          </p:nvPr>
        </p:nvPicPr>
        <p:blipFill>
          <a:blip r:embed="rId7"/>
          <a:srcRect l="-161075" t="-161075" r="-161075" b="-161075"/>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26004"/>
    </mc:Choice>
    <mc:Fallback>
      <p:transition spd="slow" advTm="2600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6"/>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ENCRYPTION POLICIES</a:t>
            </a:r>
            <a:endParaRPr/>
          </a:p>
        </p:txBody>
      </p:sp>
      <p:pic>
        <p:nvPicPr>
          <p:cNvPr id="183" name="Google Shape;183;p7"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sp>
        <p:nvSpPr>
          <p:cNvPr id="7" name="Rounded Rectangle 183">
            <a:extLst>
              <a:ext uri="{FF2B5EF4-FFF2-40B4-BE49-F238E27FC236}">
                <a16:creationId xmlns:a16="http://schemas.microsoft.com/office/drawing/2014/main" id="{34DEDAB9-6A8C-EBEC-88C4-891CD28FDC99}"/>
              </a:ext>
            </a:extLst>
          </p:cNvPr>
          <p:cNvSpPr/>
          <p:nvPr/>
        </p:nvSpPr>
        <p:spPr>
          <a:xfrm>
            <a:off x="777240" y="2286000"/>
            <a:ext cx="3419856" cy="3172968"/>
          </a:xfrm>
          <a:prstGeom prst="roundRect">
            <a:avLst/>
          </a:prstGeom>
          <a:solidFill>
            <a:srgbClr val="0E1B11"/>
          </a:solidFill>
          <a:ln>
            <a:solidFill>
              <a:srgbClr val="435B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881F32E4-AD28-A584-9745-C137A40A1088}"/>
              </a:ext>
            </a:extLst>
          </p:cNvPr>
          <p:cNvSpPr txBox="1"/>
          <p:nvPr/>
        </p:nvSpPr>
        <p:spPr>
          <a:xfrm>
            <a:off x="941832" y="2414016"/>
            <a:ext cx="3090672" cy="347472"/>
          </a:xfrm>
          <a:prstGeom prst="rect">
            <a:avLst/>
          </a:prstGeom>
          <a:noFill/>
        </p:spPr>
        <p:txBody>
          <a:bodyPr wrap="square" lIns="0" tIns="9144" rIns="0" bIns="9144">
            <a:spAutoFit/>
          </a:bodyPr>
          <a:lstStyle/>
          <a:p>
            <a:pPr>
              <a:spcAft>
                <a:spcPts val="400"/>
              </a:spcAft>
            </a:pPr>
            <a:r>
              <a:rPr sz="1900" b="1">
                <a:solidFill>
                  <a:srgbClr val="89C977"/>
                </a:solidFill>
                <a:latin typeface="Arial"/>
              </a:rPr>
              <a:t>AT REST</a:t>
            </a:r>
          </a:p>
        </p:txBody>
      </p:sp>
      <p:sp>
        <p:nvSpPr>
          <p:cNvPr id="11" name="TextBox 10">
            <a:extLst>
              <a:ext uri="{FF2B5EF4-FFF2-40B4-BE49-F238E27FC236}">
                <a16:creationId xmlns:a16="http://schemas.microsoft.com/office/drawing/2014/main" id="{D568AC8E-F469-887D-2A17-C8FE430663C7}"/>
              </a:ext>
            </a:extLst>
          </p:cNvPr>
          <p:cNvSpPr txBox="1"/>
          <p:nvPr/>
        </p:nvSpPr>
        <p:spPr>
          <a:xfrm>
            <a:off x="941832" y="2798064"/>
            <a:ext cx="3090672" cy="2532888"/>
          </a:xfrm>
          <a:prstGeom prst="rect">
            <a:avLst/>
          </a:prstGeom>
          <a:noFill/>
        </p:spPr>
        <p:txBody>
          <a:bodyPr wrap="square" lIns="0" tIns="9144" rIns="0" bIns="9144">
            <a:spAutoFit/>
          </a:bodyPr>
          <a:lstStyle/>
          <a:p>
            <a:pPr>
              <a:spcAft>
                <a:spcPts val="400"/>
              </a:spcAft>
            </a:pPr>
            <a:r>
              <a:rPr sz="1700" b="0">
                <a:solidFill>
                  <a:srgbClr val="F5F8F5"/>
                </a:solidFill>
                <a:latin typeface="Arial"/>
              </a:rPr>
              <a:t>Encrypt sensitive stored files, databases and backups.</a:t>
            </a:r>
          </a:p>
          <a:p>
            <a:pPr>
              <a:spcAft>
                <a:spcPts val="400"/>
              </a:spcAft>
            </a:pPr>
            <a:endParaRPr sz="1700" b="0">
              <a:solidFill>
                <a:srgbClr val="F5F8F5"/>
              </a:solidFill>
              <a:latin typeface="Arial"/>
            </a:endParaRPr>
          </a:p>
          <a:p>
            <a:pPr>
              <a:spcAft>
                <a:spcPts val="400"/>
              </a:spcAft>
            </a:pPr>
            <a:r>
              <a:rPr sz="1700" b="0">
                <a:solidFill>
                  <a:srgbClr val="F5F8F5"/>
                </a:solidFill>
                <a:latin typeface="Arial"/>
              </a:rPr>
              <a:t>Restrict key access and separate keys from protected data.</a:t>
            </a:r>
          </a:p>
        </p:txBody>
      </p:sp>
      <p:sp>
        <p:nvSpPr>
          <p:cNvPr id="13" name="Rounded Rectangle 186">
            <a:extLst>
              <a:ext uri="{FF2B5EF4-FFF2-40B4-BE49-F238E27FC236}">
                <a16:creationId xmlns:a16="http://schemas.microsoft.com/office/drawing/2014/main" id="{0E5006F0-5A12-32CF-78B0-A15420ED89BF}"/>
              </a:ext>
            </a:extLst>
          </p:cNvPr>
          <p:cNvSpPr/>
          <p:nvPr/>
        </p:nvSpPr>
        <p:spPr>
          <a:xfrm>
            <a:off x="4361688" y="2286000"/>
            <a:ext cx="3419856" cy="3172968"/>
          </a:xfrm>
          <a:prstGeom prst="roundRect">
            <a:avLst/>
          </a:prstGeom>
          <a:solidFill>
            <a:srgbClr val="0E1B11"/>
          </a:solidFill>
          <a:ln>
            <a:solidFill>
              <a:srgbClr val="435B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10810CF8-ADDE-1CE2-1BCA-A901BD05725B}"/>
              </a:ext>
            </a:extLst>
          </p:cNvPr>
          <p:cNvSpPr txBox="1"/>
          <p:nvPr/>
        </p:nvSpPr>
        <p:spPr>
          <a:xfrm>
            <a:off x="4526279" y="2414016"/>
            <a:ext cx="3090672" cy="347472"/>
          </a:xfrm>
          <a:prstGeom prst="rect">
            <a:avLst/>
          </a:prstGeom>
          <a:noFill/>
        </p:spPr>
        <p:txBody>
          <a:bodyPr wrap="square" lIns="0" tIns="9144" rIns="0" bIns="9144">
            <a:spAutoFit/>
          </a:bodyPr>
          <a:lstStyle/>
          <a:p>
            <a:pPr>
              <a:spcAft>
                <a:spcPts val="400"/>
              </a:spcAft>
            </a:pPr>
            <a:r>
              <a:rPr sz="1900" b="1">
                <a:solidFill>
                  <a:srgbClr val="89C977"/>
                </a:solidFill>
                <a:latin typeface="Arial"/>
              </a:rPr>
              <a:t>IN FLIGHT</a:t>
            </a:r>
          </a:p>
        </p:txBody>
      </p:sp>
      <p:sp>
        <p:nvSpPr>
          <p:cNvPr id="17" name="TextBox 16">
            <a:extLst>
              <a:ext uri="{FF2B5EF4-FFF2-40B4-BE49-F238E27FC236}">
                <a16:creationId xmlns:a16="http://schemas.microsoft.com/office/drawing/2014/main" id="{25B198C6-AAA8-7E36-0582-520128E7B4D9}"/>
              </a:ext>
            </a:extLst>
          </p:cNvPr>
          <p:cNvSpPr txBox="1"/>
          <p:nvPr/>
        </p:nvSpPr>
        <p:spPr>
          <a:xfrm>
            <a:off x="4526279" y="2798064"/>
            <a:ext cx="3090672" cy="2532888"/>
          </a:xfrm>
          <a:prstGeom prst="rect">
            <a:avLst/>
          </a:prstGeom>
          <a:noFill/>
        </p:spPr>
        <p:txBody>
          <a:bodyPr wrap="square" lIns="0" tIns="9144" rIns="0" bIns="9144">
            <a:spAutoFit/>
          </a:bodyPr>
          <a:lstStyle/>
          <a:p>
            <a:pPr>
              <a:spcAft>
                <a:spcPts val="400"/>
              </a:spcAft>
            </a:pPr>
            <a:r>
              <a:rPr sz="1700" b="0">
                <a:solidFill>
                  <a:srgbClr val="F5F8F5"/>
                </a:solidFill>
                <a:latin typeface="Arial"/>
              </a:rPr>
              <a:t>Use TLS for connections handling sensitive or authenticated traffic.</a:t>
            </a:r>
          </a:p>
          <a:p>
            <a:pPr>
              <a:spcAft>
                <a:spcPts val="400"/>
              </a:spcAft>
            </a:pPr>
            <a:endParaRPr sz="1700" b="0">
              <a:solidFill>
                <a:srgbClr val="F5F8F5"/>
              </a:solidFill>
              <a:latin typeface="Arial"/>
            </a:endParaRPr>
          </a:p>
          <a:p>
            <a:pPr>
              <a:spcAft>
                <a:spcPts val="400"/>
              </a:spcAft>
            </a:pPr>
            <a:r>
              <a:rPr sz="1700" b="0">
                <a:solidFill>
                  <a:srgbClr val="F5F8F5"/>
                </a:solidFill>
                <a:latin typeface="Arial"/>
              </a:rPr>
              <a:t>Protect information crossing systems and trust boundaries.</a:t>
            </a:r>
          </a:p>
        </p:txBody>
      </p:sp>
      <p:sp>
        <p:nvSpPr>
          <p:cNvPr id="19" name="Rounded Rectangle 189">
            <a:extLst>
              <a:ext uri="{FF2B5EF4-FFF2-40B4-BE49-F238E27FC236}">
                <a16:creationId xmlns:a16="http://schemas.microsoft.com/office/drawing/2014/main" id="{A543673E-6554-A633-763C-E9964DCD277A}"/>
              </a:ext>
            </a:extLst>
          </p:cNvPr>
          <p:cNvSpPr/>
          <p:nvPr/>
        </p:nvSpPr>
        <p:spPr>
          <a:xfrm>
            <a:off x="7946136" y="2286000"/>
            <a:ext cx="3419856" cy="3172968"/>
          </a:xfrm>
          <a:prstGeom prst="roundRect">
            <a:avLst/>
          </a:prstGeom>
          <a:solidFill>
            <a:srgbClr val="0E1B11"/>
          </a:solidFill>
          <a:ln>
            <a:solidFill>
              <a:srgbClr val="435B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B66434BB-02A6-1A8D-1A1F-C0AB918B0D56}"/>
              </a:ext>
            </a:extLst>
          </p:cNvPr>
          <p:cNvSpPr txBox="1"/>
          <p:nvPr/>
        </p:nvSpPr>
        <p:spPr>
          <a:xfrm>
            <a:off x="8110727" y="2414016"/>
            <a:ext cx="3090672" cy="347472"/>
          </a:xfrm>
          <a:prstGeom prst="rect">
            <a:avLst/>
          </a:prstGeom>
          <a:noFill/>
        </p:spPr>
        <p:txBody>
          <a:bodyPr wrap="square" lIns="0" tIns="9144" rIns="0" bIns="9144">
            <a:spAutoFit/>
          </a:bodyPr>
          <a:lstStyle/>
          <a:p>
            <a:pPr>
              <a:spcAft>
                <a:spcPts val="400"/>
              </a:spcAft>
            </a:pPr>
            <a:r>
              <a:rPr sz="1900" b="1">
                <a:solidFill>
                  <a:srgbClr val="89C977"/>
                </a:solidFill>
                <a:latin typeface="Arial"/>
              </a:rPr>
              <a:t>IN USE</a:t>
            </a:r>
          </a:p>
        </p:txBody>
      </p:sp>
      <p:sp>
        <p:nvSpPr>
          <p:cNvPr id="23" name="TextBox 22">
            <a:extLst>
              <a:ext uri="{FF2B5EF4-FFF2-40B4-BE49-F238E27FC236}">
                <a16:creationId xmlns:a16="http://schemas.microsoft.com/office/drawing/2014/main" id="{F3AF2EA5-CC59-F32F-1324-280A934C6B6E}"/>
              </a:ext>
            </a:extLst>
          </p:cNvPr>
          <p:cNvSpPr txBox="1"/>
          <p:nvPr/>
        </p:nvSpPr>
        <p:spPr>
          <a:xfrm>
            <a:off x="8110727" y="2798064"/>
            <a:ext cx="3090672" cy="2532888"/>
          </a:xfrm>
          <a:prstGeom prst="rect">
            <a:avLst/>
          </a:prstGeom>
          <a:noFill/>
        </p:spPr>
        <p:txBody>
          <a:bodyPr wrap="square" lIns="0" tIns="9144" rIns="0" bIns="9144">
            <a:spAutoFit/>
          </a:bodyPr>
          <a:lstStyle/>
          <a:p>
            <a:pPr>
              <a:spcAft>
                <a:spcPts val="400"/>
              </a:spcAft>
            </a:pPr>
            <a:r>
              <a:rPr sz="1700" b="0">
                <a:solidFill>
                  <a:srgbClr val="F5F8F5"/>
                </a:solidFill>
                <a:latin typeface="Arial"/>
              </a:rPr>
              <a:t>Limit sensitive information in memory, protect processes and restrict access.</a:t>
            </a:r>
          </a:p>
          <a:p>
            <a:pPr>
              <a:spcAft>
                <a:spcPts val="400"/>
              </a:spcAft>
            </a:pPr>
            <a:endParaRPr sz="1700" b="0">
              <a:solidFill>
                <a:srgbClr val="F5F8F5"/>
              </a:solidFill>
              <a:latin typeface="Arial"/>
            </a:endParaRPr>
          </a:p>
          <a:p>
            <a:pPr>
              <a:spcAft>
                <a:spcPts val="400"/>
              </a:spcAft>
            </a:pPr>
            <a:r>
              <a:rPr sz="1700" b="0">
                <a:solidFill>
                  <a:srgbClr val="F5F8F5"/>
                </a:solidFill>
                <a:latin typeface="Arial"/>
              </a:rPr>
              <a:t>Use platform protections when practical.</a:t>
            </a:r>
          </a:p>
        </p:txBody>
      </p:sp>
      <p:sp>
        <p:nvSpPr>
          <p:cNvPr id="25" name="TextBox 24">
            <a:extLst>
              <a:ext uri="{FF2B5EF4-FFF2-40B4-BE49-F238E27FC236}">
                <a16:creationId xmlns:a16="http://schemas.microsoft.com/office/drawing/2014/main" id="{E1A616B2-CA2F-BC1D-AC90-B93F738B88AD}"/>
              </a:ext>
            </a:extLst>
          </p:cNvPr>
          <p:cNvSpPr txBox="1"/>
          <p:nvPr/>
        </p:nvSpPr>
        <p:spPr>
          <a:xfrm>
            <a:off x="914400" y="5769864"/>
            <a:ext cx="10058400" cy="320040"/>
          </a:xfrm>
          <a:prstGeom prst="rect">
            <a:avLst/>
          </a:prstGeom>
          <a:noFill/>
        </p:spPr>
        <p:txBody>
          <a:bodyPr wrap="square" lIns="0" tIns="9144" rIns="0" bIns="9144">
            <a:spAutoFit/>
          </a:bodyPr>
          <a:lstStyle/>
          <a:p>
            <a:pPr>
              <a:spcAft>
                <a:spcPts val="400"/>
              </a:spcAft>
            </a:pPr>
            <a:r>
              <a:rPr sz="1600" b="0">
                <a:solidFill>
                  <a:srgbClr val="CBD5CD"/>
                </a:solidFill>
                <a:latin typeface="Arial"/>
              </a:rPr>
              <a:t>Encryption is one layer—not a replacement for authorization, testing or monitoring.</a:t>
            </a:r>
          </a:p>
        </p:txBody>
      </p:sp>
      <p:pic>
        <p:nvPicPr>
          <p:cNvPr id="14" name="Audio 13">
            <a:hlinkClick r:id="" action="ppaction://media"/>
            <a:extLst>
              <a:ext uri="{FF2B5EF4-FFF2-40B4-BE49-F238E27FC236}">
                <a16:creationId xmlns:a16="http://schemas.microsoft.com/office/drawing/2014/main" id="{92F4BBDB-5782-8372-1184-FB18DB51A521}"/>
              </a:ext>
            </a:extLst>
          </p:cNvPr>
          <p:cNvPicPr>
            <a:picLocks noChangeAspect="1"/>
          </p:cNvPicPr>
          <p:nvPr>
            <a:audioFile r:link="rId3"/>
            <p:extLst>
              <p:ext uri="{DAA4B4D4-6D71-4841-9C94-3DE7FCFB9230}">
                <p14:media xmlns:p14="http://schemas.microsoft.com/office/powerpoint/2010/main" r:embed="rId2"/>
              </p:ext>
            </p:extLst>
          </p:nvPr>
        </p:nvPicPr>
        <p:blipFill>
          <a:blip r:embed="rId7"/>
          <a:srcRect l="-161075" t="-161075" r="-161075" b="-161075"/>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22345"/>
    </mc:Choice>
    <mc:Fallback>
      <p:transition spd="slow" advTm="2234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4"/>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TRIPLE-A POLICIES</a:t>
            </a:r>
            <a:endParaRPr/>
          </a:p>
        </p:txBody>
      </p:sp>
      <p:pic>
        <p:nvPicPr>
          <p:cNvPr id="190" name="Google Shape;190;p8"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sp>
        <p:nvSpPr>
          <p:cNvPr id="5" name="Rounded Rectangle 190">
            <a:extLst>
              <a:ext uri="{FF2B5EF4-FFF2-40B4-BE49-F238E27FC236}">
                <a16:creationId xmlns:a16="http://schemas.microsoft.com/office/drawing/2014/main" id="{452C3CD7-7A56-C45C-4BF0-F04DCD846870}"/>
              </a:ext>
            </a:extLst>
          </p:cNvPr>
          <p:cNvSpPr/>
          <p:nvPr/>
        </p:nvSpPr>
        <p:spPr>
          <a:xfrm>
            <a:off x="777240" y="2267712"/>
            <a:ext cx="3419856" cy="3255264"/>
          </a:xfrm>
          <a:prstGeom prst="roundRect">
            <a:avLst/>
          </a:prstGeom>
          <a:solidFill>
            <a:srgbClr val="0E1B11"/>
          </a:solidFill>
          <a:ln>
            <a:solidFill>
              <a:srgbClr val="435B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1064E080-BD93-F3EA-4A4B-10FF44418C95}"/>
              </a:ext>
            </a:extLst>
          </p:cNvPr>
          <p:cNvSpPr txBox="1"/>
          <p:nvPr/>
        </p:nvSpPr>
        <p:spPr>
          <a:xfrm>
            <a:off x="941832" y="2395728"/>
            <a:ext cx="3090672" cy="347472"/>
          </a:xfrm>
          <a:prstGeom prst="rect">
            <a:avLst/>
          </a:prstGeom>
          <a:noFill/>
        </p:spPr>
        <p:txBody>
          <a:bodyPr wrap="square" lIns="0" tIns="9144" rIns="0" bIns="9144">
            <a:spAutoFit/>
          </a:bodyPr>
          <a:lstStyle/>
          <a:p>
            <a:pPr>
              <a:spcAft>
                <a:spcPts val="400"/>
              </a:spcAft>
            </a:pPr>
            <a:r>
              <a:rPr sz="1900" b="1">
                <a:solidFill>
                  <a:srgbClr val="89C977"/>
                </a:solidFill>
                <a:latin typeface="Arial"/>
              </a:rPr>
              <a:t>AUTHENTICATION</a:t>
            </a:r>
          </a:p>
        </p:txBody>
      </p:sp>
      <p:sp>
        <p:nvSpPr>
          <p:cNvPr id="9" name="TextBox 8">
            <a:extLst>
              <a:ext uri="{FF2B5EF4-FFF2-40B4-BE49-F238E27FC236}">
                <a16:creationId xmlns:a16="http://schemas.microsoft.com/office/drawing/2014/main" id="{EC3EAC46-3FB3-B3B1-79D0-507ED15677C0}"/>
              </a:ext>
            </a:extLst>
          </p:cNvPr>
          <p:cNvSpPr txBox="1"/>
          <p:nvPr/>
        </p:nvSpPr>
        <p:spPr>
          <a:xfrm>
            <a:off x="941832" y="2779776"/>
            <a:ext cx="3090672" cy="2615184"/>
          </a:xfrm>
          <a:prstGeom prst="rect">
            <a:avLst/>
          </a:prstGeom>
          <a:noFill/>
        </p:spPr>
        <p:txBody>
          <a:bodyPr wrap="square" lIns="0" tIns="9144" rIns="0" bIns="9144">
            <a:spAutoFit/>
          </a:bodyPr>
          <a:lstStyle/>
          <a:p>
            <a:pPr>
              <a:spcAft>
                <a:spcPts val="400"/>
              </a:spcAft>
            </a:pPr>
            <a:r>
              <a:rPr sz="1700" b="0">
                <a:solidFill>
                  <a:srgbClr val="F5F8F5"/>
                </a:solidFill>
                <a:latin typeface="Arial"/>
              </a:rPr>
              <a:t>Verify who is requesting access.</a:t>
            </a:r>
          </a:p>
          <a:p>
            <a:pPr>
              <a:spcAft>
                <a:spcPts val="400"/>
              </a:spcAft>
            </a:pPr>
            <a:endParaRPr sz="1700" b="0">
              <a:solidFill>
                <a:srgbClr val="F5F8F5"/>
              </a:solidFill>
              <a:latin typeface="Arial"/>
            </a:endParaRPr>
          </a:p>
          <a:p>
            <a:pPr>
              <a:spcAft>
                <a:spcPts val="400"/>
              </a:spcAft>
            </a:pPr>
            <a:r>
              <a:rPr sz="1700" b="0">
                <a:solidFill>
                  <a:srgbClr val="F5F8F5"/>
                </a:solidFill>
                <a:latin typeface="Arial"/>
              </a:rPr>
              <a:t>Require approved logins and secure authentication for services and administrative actions.</a:t>
            </a:r>
          </a:p>
        </p:txBody>
      </p:sp>
      <p:sp>
        <p:nvSpPr>
          <p:cNvPr id="11" name="Rounded Rectangle 193">
            <a:extLst>
              <a:ext uri="{FF2B5EF4-FFF2-40B4-BE49-F238E27FC236}">
                <a16:creationId xmlns:a16="http://schemas.microsoft.com/office/drawing/2014/main" id="{42DA8307-57A1-E0DF-B5B1-0044678B8055}"/>
              </a:ext>
            </a:extLst>
          </p:cNvPr>
          <p:cNvSpPr/>
          <p:nvPr/>
        </p:nvSpPr>
        <p:spPr>
          <a:xfrm>
            <a:off x="4361688" y="2267712"/>
            <a:ext cx="3419856" cy="3255264"/>
          </a:xfrm>
          <a:prstGeom prst="roundRect">
            <a:avLst/>
          </a:prstGeom>
          <a:solidFill>
            <a:srgbClr val="0E1B11"/>
          </a:solidFill>
          <a:ln>
            <a:solidFill>
              <a:srgbClr val="435B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212C871A-6C14-B6A6-D772-372C88704174}"/>
              </a:ext>
            </a:extLst>
          </p:cNvPr>
          <p:cNvSpPr txBox="1"/>
          <p:nvPr/>
        </p:nvSpPr>
        <p:spPr>
          <a:xfrm>
            <a:off x="4526279" y="2395728"/>
            <a:ext cx="3090672" cy="347472"/>
          </a:xfrm>
          <a:prstGeom prst="rect">
            <a:avLst/>
          </a:prstGeom>
          <a:noFill/>
        </p:spPr>
        <p:txBody>
          <a:bodyPr wrap="square" lIns="0" tIns="9144" rIns="0" bIns="9144">
            <a:spAutoFit/>
          </a:bodyPr>
          <a:lstStyle/>
          <a:p>
            <a:pPr>
              <a:spcAft>
                <a:spcPts val="400"/>
              </a:spcAft>
            </a:pPr>
            <a:r>
              <a:rPr sz="1900" b="1">
                <a:solidFill>
                  <a:srgbClr val="89C977"/>
                </a:solidFill>
                <a:latin typeface="Arial"/>
              </a:rPr>
              <a:t>AUTHORIZATION</a:t>
            </a:r>
          </a:p>
        </p:txBody>
      </p:sp>
      <p:sp>
        <p:nvSpPr>
          <p:cNvPr id="15" name="TextBox 14">
            <a:extLst>
              <a:ext uri="{FF2B5EF4-FFF2-40B4-BE49-F238E27FC236}">
                <a16:creationId xmlns:a16="http://schemas.microsoft.com/office/drawing/2014/main" id="{7DDD3EEF-CE22-4B24-742E-58D358E96099}"/>
              </a:ext>
            </a:extLst>
          </p:cNvPr>
          <p:cNvSpPr txBox="1"/>
          <p:nvPr/>
        </p:nvSpPr>
        <p:spPr>
          <a:xfrm>
            <a:off x="4526279" y="2779776"/>
            <a:ext cx="3090672" cy="2615184"/>
          </a:xfrm>
          <a:prstGeom prst="rect">
            <a:avLst/>
          </a:prstGeom>
          <a:noFill/>
        </p:spPr>
        <p:txBody>
          <a:bodyPr wrap="square" lIns="0" tIns="9144" rIns="0" bIns="9144">
            <a:spAutoFit/>
          </a:bodyPr>
          <a:lstStyle/>
          <a:p>
            <a:pPr>
              <a:spcAft>
                <a:spcPts val="400"/>
              </a:spcAft>
            </a:pPr>
            <a:r>
              <a:rPr sz="1700" b="0">
                <a:solidFill>
                  <a:srgbClr val="F5F8F5"/>
                </a:solidFill>
                <a:latin typeface="Arial"/>
              </a:rPr>
              <a:t>Define what each identity can do.</a:t>
            </a:r>
          </a:p>
          <a:p>
            <a:pPr>
              <a:spcAft>
                <a:spcPts val="400"/>
              </a:spcAft>
            </a:pPr>
            <a:endParaRPr sz="1700" b="0">
              <a:solidFill>
                <a:srgbClr val="F5F8F5"/>
              </a:solidFill>
              <a:latin typeface="Arial"/>
            </a:endParaRPr>
          </a:p>
          <a:p>
            <a:pPr>
              <a:spcAft>
                <a:spcPts val="400"/>
              </a:spcAft>
            </a:pPr>
            <a:r>
              <a:rPr sz="1700" b="0">
                <a:solidFill>
                  <a:srgbClr val="F5F8F5"/>
                </a:solidFill>
                <a:latin typeface="Arial"/>
              </a:rPr>
              <a:t>Apply least privilege to files, databases, user creation and sensitive changes.</a:t>
            </a:r>
          </a:p>
        </p:txBody>
      </p:sp>
      <p:sp>
        <p:nvSpPr>
          <p:cNvPr id="17" name="Rounded Rectangle 196">
            <a:extLst>
              <a:ext uri="{FF2B5EF4-FFF2-40B4-BE49-F238E27FC236}">
                <a16:creationId xmlns:a16="http://schemas.microsoft.com/office/drawing/2014/main" id="{7365505D-A5A3-C4F3-EB96-3FF2CFA3D3D2}"/>
              </a:ext>
            </a:extLst>
          </p:cNvPr>
          <p:cNvSpPr/>
          <p:nvPr/>
        </p:nvSpPr>
        <p:spPr>
          <a:xfrm>
            <a:off x="7946136" y="2267712"/>
            <a:ext cx="3419856" cy="3255264"/>
          </a:xfrm>
          <a:prstGeom prst="roundRect">
            <a:avLst/>
          </a:prstGeom>
          <a:solidFill>
            <a:srgbClr val="0E1B11"/>
          </a:solidFill>
          <a:ln>
            <a:solidFill>
              <a:srgbClr val="435B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DE5F5609-00E2-45DE-1841-DD5F5871A84A}"/>
              </a:ext>
            </a:extLst>
          </p:cNvPr>
          <p:cNvSpPr txBox="1"/>
          <p:nvPr/>
        </p:nvSpPr>
        <p:spPr>
          <a:xfrm>
            <a:off x="8110727" y="2395728"/>
            <a:ext cx="3090672" cy="347472"/>
          </a:xfrm>
          <a:prstGeom prst="rect">
            <a:avLst/>
          </a:prstGeom>
          <a:noFill/>
        </p:spPr>
        <p:txBody>
          <a:bodyPr wrap="square" lIns="0" tIns="9144" rIns="0" bIns="9144">
            <a:spAutoFit/>
          </a:bodyPr>
          <a:lstStyle/>
          <a:p>
            <a:pPr>
              <a:spcAft>
                <a:spcPts val="400"/>
              </a:spcAft>
            </a:pPr>
            <a:r>
              <a:rPr sz="1900" b="1">
                <a:solidFill>
                  <a:srgbClr val="89C977"/>
                </a:solidFill>
                <a:latin typeface="Arial"/>
              </a:rPr>
              <a:t>ACCOUNTING</a:t>
            </a:r>
          </a:p>
        </p:txBody>
      </p:sp>
      <p:sp>
        <p:nvSpPr>
          <p:cNvPr id="21" name="TextBox 20">
            <a:extLst>
              <a:ext uri="{FF2B5EF4-FFF2-40B4-BE49-F238E27FC236}">
                <a16:creationId xmlns:a16="http://schemas.microsoft.com/office/drawing/2014/main" id="{EB69F24D-F219-3B0A-083C-E71B532A36FF}"/>
              </a:ext>
            </a:extLst>
          </p:cNvPr>
          <p:cNvSpPr txBox="1"/>
          <p:nvPr/>
        </p:nvSpPr>
        <p:spPr>
          <a:xfrm>
            <a:off x="8110727" y="2779776"/>
            <a:ext cx="3090672" cy="2615184"/>
          </a:xfrm>
          <a:prstGeom prst="rect">
            <a:avLst/>
          </a:prstGeom>
          <a:noFill/>
        </p:spPr>
        <p:txBody>
          <a:bodyPr wrap="square" lIns="0" tIns="9144" rIns="0" bIns="9144">
            <a:spAutoFit/>
          </a:bodyPr>
          <a:lstStyle/>
          <a:p>
            <a:pPr>
              <a:spcAft>
                <a:spcPts val="400"/>
              </a:spcAft>
            </a:pPr>
            <a:r>
              <a:rPr sz="1700" b="0">
                <a:solidFill>
                  <a:srgbClr val="F5F8F5"/>
                </a:solidFill>
                <a:latin typeface="Arial"/>
              </a:rPr>
              <a:t>Record what happened and when.</a:t>
            </a:r>
          </a:p>
          <a:p>
            <a:pPr>
              <a:spcAft>
                <a:spcPts val="400"/>
              </a:spcAft>
            </a:pPr>
            <a:endParaRPr sz="1700" b="0">
              <a:solidFill>
                <a:srgbClr val="F5F8F5"/>
              </a:solidFill>
              <a:latin typeface="Arial"/>
            </a:endParaRPr>
          </a:p>
          <a:p>
            <a:pPr>
              <a:spcAft>
                <a:spcPts val="400"/>
              </a:spcAft>
            </a:pPr>
            <a:r>
              <a:rPr sz="1700" b="0">
                <a:solidFill>
                  <a:srgbClr val="F5F8F5"/>
                </a:solidFill>
                <a:latin typeface="Arial"/>
              </a:rPr>
              <a:t>Log sign-ins, permission changes, database edits and access to sensitive files.</a:t>
            </a:r>
          </a:p>
        </p:txBody>
      </p:sp>
      <p:sp>
        <p:nvSpPr>
          <p:cNvPr id="23" name="TextBox 22">
            <a:extLst>
              <a:ext uri="{FF2B5EF4-FFF2-40B4-BE49-F238E27FC236}">
                <a16:creationId xmlns:a16="http://schemas.microsoft.com/office/drawing/2014/main" id="{D8A1F944-7E16-5C46-2EDF-E5CD59172F8B}"/>
              </a:ext>
            </a:extLst>
          </p:cNvPr>
          <p:cNvSpPr txBox="1"/>
          <p:nvPr/>
        </p:nvSpPr>
        <p:spPr>
          <a:xfrm>
            <a:off x="914400" y="5769864"/>
            <a:ext cx="10058400" cy="301752"/>
          </a:xfrm>
          <a:prstGeom prst="rect">
            <a:avLst/>
          </a:prstGeom>
          <a:noFill/>
        </p:spPr>
        <p:txBody>
          <a:bodyPr wrap="square" lIns="0" tIns="9144" rIns="0" bIns="9144">
            <a:spAutoFit/>
          </a:bodyPr>
          <a:lstStyle/>
          <a:p>
            <a:pPr>
              <a:spcAft>
                <a:spcPts val="400"/>
              </a:spcAft>
            </a:pPr>
            <a:r>
              <a:rPr sz="1600" b="0">
                <a:solidFill>
                  <a:srgbClr val="CBD5CD"/>
                </a:solidFill>
                <a:latin typeface="Arial"/>
              </a:rPr>
              <a:t>Triple-A turns identity, access restrictions and auditable evidence into repeatable controls.</a:t>
            </a:r>
          </a:p>
        </p:txBody>
      </p:sp>
      <p:pic>
        <p:nvPicPr>
          <p:cNvPr id="22" name="Audio 21">
            <a:hlinkClick r:id="" action="ppaction://media"/>
            <a:extLst>
              <a:ext uri="{FF2B5EF4-FFF2-40B4-BE49-F238E27FC236}">
                <a16:creationId xmlns:a16="http://schemas.microsoft.com/office/drawing/2014/main" id="{2EE270D2-03A6-655C-AA9C-2EE28A072861}"/>
              </a:ext>
            </a:extLst>
          </p:cNvPr>
          <p:cNvPicPr>
            <a:picLocks noChangeAspect="1"/>
          </p:cNvPicPr>
          <p:nvPr>
            <a:audioFile r:link="rId3"/>
            <p:extLst>
              <p:ext uri="{DAA4B4D4-6D71-4841-9C94-3DE7FCFB9230}">
                <p14:media xmlns:p14="http://schemas.microsoft.com/office/powerpoint/2010/main" r:embed="rId2"/>
              </p:ext>
            </p:extLst>
          </p:nvPr>
        </p:nvPicPr>
        <p:blipFill>
          <a:blip r:embed="rId7"/>
          <a:srcRect l="-161075" t="-161075" r="-161075" b="-161075"/>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21219"/>
    </mc:Choice>
    <mc:Fallback>
      <p:transition spd="slow" advTm="2121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a:t>Unit Testing</a:t>
            </a:r>
            <a:endParaRPr/>
          </a:p>
        </p:txBody>
      </p:sp>
      <p:pic>
        <p:nvPicPr>
          <p:cNvPr id="197" name="Google Shape;197;g9504e29505_0_0"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sp>
        <p:nvSpPr>
          <p:cNvPr id="5" name="TextBox 4">
            <a:extLst>
              <a:ext uri="{FF2B5EF4-FFF2-40B4-BE49-F238E27FC236}">
                <a16:creationId xmlns:a16="http://schemas.microsoft.com/office/drawing/2014/main" id="{723993F9-391C-DA94-DF8B-6D4673C72397}"/>
              </a:ext>
            </a:extLst>
          </p:cNvPr>
          <p:cNvSpPr txBox="1"/>
          <p:nvPr/>
        </p:nvSpPr>
        <p:spPr>
          <a:xfrm>
            <a:off x="621792" y="1883664"/>
            <a:ext cx="10561320" cy="338328"/>
          </a:xfrm>
          <a:prstGeom prst="rect">
            <a:avLst/>
          </a:prstGeom>
          <a:noFill/>
        </p:spPr>
        <p:txBody>
          <a:bodyPr wrap="square" lIns="0" tIns="9144" rIns="0" bIns="9144">
            <a:spAutoFit/>
          </a:bodyPr>
          <a:lstStyle/>
          <a:p>
            <a:pPr>
              <a:spcAft>
                <a:spcPts val="400"/>
              </a:spcAft>
            </a:pPr>
            <a:r>
              <a:rPr sz="1600" b="1" dirty="0">
                <a:solidFill>
                  <a:srgbClr val="89C977"/>
                </a:solidFill>
                <a:latin typeface="Arial"/>
              </a:rPr>
              <a:t>STD-002-CPP · </a:t>
            </a:r>
            <a:r>
              <a:rPr sz="1600" b="1" dirty="0" err="1">
                <a:solidFill>
                  <a:srgbClr val="89C977"/>
                </a:solidFill>
                <a:latin typeface="Arial"/>
              </a:rPr>
              <a:t>GoogleTest</a:t>
            </a:r>
            <a:r>
              <a:rPr sz="1600" b="1" dirty="0">
                <a:solidFill>
                  <a:srgbClr val="89C977"/>
                </a:solidFill>
                <a:latin typeface="Arial"/>
              </a:rPr>
              <a:t> · source test evidence</a:t>
            </a:r>
          </a:p>
        </p:txBody>
      </p:sp>
      <p:pic>
        <p:nvPicPr>
          <p:cNvPr id="7" name="Picture 6" descr="Test1.png">
            <a:extLst>
              <a:ext uri="{FF2B5EF4-FFF2-40B4-BE49-F238E27FC236}">
                <a16:creationId xmlns:a16="http://schemas.microsoft.com/office/drawing/2014/main" id="{F1756817-BD60-23A8-C884-2F8356A470B6}"/>
              </a:ext>
            </a:extLst>
          </p:cNvPr>
          <p:cNvPicPr>
            <a:picLocks noChangeAspect="1"/>
          </p:cNvPicPr>
          <p:nvPr/>
        </p:nvPicPr>
        <p:blipFill>
          <a:blip r:embed="rId7"/>
          <a:stretch>
            <a:fillRect/>
          </a:stretch>
        </p:blipFill>
        <p:spPr>
          <a:xfrm>
            <a:off x="594360" y="2399606"/>
            <a:ext cx="6537960" cy="3192643"/>
          </a:xfrm>
          <a:prstGeom prst="rect">
            <a:avLst/>
          </a:prstGeom>
        </p:spPr>
      </p:pic>
      <p:sp>
        <p:nvSpPr>
          <p:cNvPr id="9" name="Rounded Rectangle 199">
            <a:extLst>
              <a:ext uri="{FF2B5EF4-FFF2-40B4-BE49-F238E27FC236}">
                <a16:creationId xmlns:a16="http://schemas.microsoft.com/office/drawing/2014/main" id="{0B4B0977-983B-5021-66F4-B9535C5E658E}"/>
              </a:ext>
            </a:extLst>
          </p:cNvPr>
          <p:cNvSpPr/>
          <p:nvPr/>
        </p:nvSpPr>
        <p:spPr>
          <a:xfrm>
            <a:off x="7360920" y="2368296"/>
            <a:ext cx="3968496" cy="3218688"/>
          </a:xfrm>
          <a:prstGeom prst="roundRect">
            <a:avLst/>
          </a:prstGeom>
          <a:solidFill>
            <a:srgbClr val="0E1B11"/>
          </a:solidFill>
          <a:ln>
            <a:solidFill>
              <a:srgbClr val="435B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24CEA531-8320-9047-158E-7BD86B0E5460}"/>
              </a:ext>
            </a:extLst>
          </p:cNvPr>
          <p:cNvSpPr txBox="1"/>
          <p:nvPr/>
        </p:nvSpPr>
        <p:spPr>
          <a:xfrm>
            <a:off x="7525512" y="2496312"/>
            <a:ext cx="3639312" cy="347472"/>
          </a:xfrm>
          <a:prstGeom prst="rect">
            <a:avLst/>
          </a:prstGeom>
          <a:noFill/>
        </p:spPr>
        <p:txBody>
          <a:bodyPr wrap="square" lIns="0" tIns="9144" rIns="0" bIns="9144">
            <a:spAutoFit/>
          </a:bodyPr>
          <a:lstStyle/>
          <a:p>
            <a:pPr>
              <a:spcAft>
                <a:spcPts val="400"/>
              </a:spcAft>
            </a:pPr>
            <a:r>
              <a:rPr sz="1900" b="1">
                <a:solidFill>
                  <a:srgbClr val="89C977"/>
                </a:solidFill>
                <a:latin typeface="Arial"/>
              </a:rPr>
              <a:t>TEST 1</a:t>
            </a:r>
          </a:p>
        </p:txBody>
      </p:sp>
      <p:sp>
        <p:nvSpPr>
          <p:cNvPr id="13" name="TextBox 12">
            <a:extLst>
              <a:ext uri="{FF2B5EF4-FFF2-40B4-BE49-F238E27FC236}">
                <a16:creationId xmlns:a16="http://schemas.microsoft.com/office/drawing/2014/main" id="{6E685FBE-DFFA-5A41-A94B-FA083A9D13D2}"/>
              </a:ext>
            </a:extLst>
          </p:cNvPr>
          <p:cNvSpPr txBox="1"/>
          <p:nvPr/>
        </p:nvSpPr>
        <p:spPr>
          <a:xfrm>
            <a:off x="7525512" y="2880360"/>
            <a:ext cx="3639312" cy="2578608"/>
          </a:xfrm>
          <a:prstGeom prst="rect">
            <a:avLst/>
          </a:prstGeom>
          <a:noFill/>
        </p:spPr>
        <p:txBody>
          <a:bodyPr wrap="square" lIns="0" tIns="9144" rIns="0" bIns="9144">
            <a:spAutoFit/>
          </a:bodyPr>
          <a:lstStyle/>
          <a:p>
            <a:pPr>
              <a:spcAft>
                <a:spcPts val="400"/>
              </a:spcAft>
            </a:pPr>
            <a:r>
              <a:rPr sz="1700" b="0">
                <a:solidFill>
                  <a:srgbClr val="F5F8F5"/>
                </a:solidFill>
                <a:latin typeface="Arial"/>
              </a:rPr>
              <a:t>Input: addValues(10, 20)</a:t>
            </a:r>
          </a:p>
          <a:p>
            <a:pPr>
              <a:spcAft>
                <a:spcPts val="400"/>
              </a:spcAft>
            </a:pPr>
            <a:endParaRPr sz="1700" b="0">
              <a:solidFill>
                <a:srgbClr val="F5F8F5"/>
              </a:solidFill>
              <a:latin typeface="Arial"/>
            </a:endParaRPr>
          </a:p>
          <a:p>
            <a:pPr>
              <a:spcAft>
                <a:spcPts val="400"/>
              </a:spcAft>
            </a:pPr>
            <a:r>
              <a:rPr sz="1700" b="0">
                <a:solidFill>
                  <a:srgbClr val="F5F8F5"/>
                </a:solidFill>
                <a:latin typeface="Arial"/>
              </a:rPr>
              <a:t>Expected: 30</a:t>
            </a:r>
          </a:p>
          <a:p>
            <a:pPr>
              <a:spcAft>
                <a:spcPts val="400"/>
              </a:spcAft>
            </a:pPr>
            <a:endParaRPr sz="1700" b="0">
              <a:solidFill>
                <a:srgbClr val="F5F8F5"/>
              </a:solidFill>
              <a:latin typeface="Arial"/>
            </a:endParaRPr>
          </a:p>
          <a:p>
            <a:pPr>
              <a:spcAft>
                <a:spcPts val="400"/>
              </a:spcAft>
            </a:pPr>
            <a:r>
              <a:rPr sz="1700" b="0">
                <a:solidFill>
                  <a:srgbClr val="F5F8F5"/>
                </a:solidFill>
                <a:latin typeface="Arial"/>
              </a:rPr>
              <a:t>Noncompliant: PASS</a:t>
            </a:r>
          </a:p>
          <a:p>
            <a:pPr>
              <a:spcAft>
                <a:spcPts val="400"/>
              </a:spcAft>
            </a:pPr>
            <a:r>
              <a:rPr sz="1700" b="0">
                <a:solidFill>
                  <a:srgbClr val="F5F8F5"/>
                </a:solidFill>
                <a:latin typeface="Arial"/>
              </a:rPr>
              <a:t>Compliant: PASS</a:t>
            </a:r>
          </a:p>
        </p:txBody>
      </p:sp>
      <p:sp>
        <p:nvSpPr>
          <p:cNvPr id="15" name="TextBox 14">
            <a:extLst>
              <a:ext uri="{FF2B5EF4-FFF2-40B4-BE49-F238E27FC236}">
                <a16:creationId xmlns:a16="http://schemas.microsoft.com/office/drawing/2014/main" id="{E198C143-F509-AB57-319A-36C965E8D4FC}"/>
              </a:ext>
            </a:extLst>
          </p:cNvPr>
          <p:cNvSpPr txBox="1"/>
          <p:nvPr/>
        </p:nvSpPr>
        <p:spPr>
          <a:xfrm>
            <a:off x="777240" y="5843016"/>
            <a:ext cx="10561320" cy="347472"/>
          </a:xfrm>
          <a:prstGeom prst="rect">
            <a:avLst/>
          </a:prstGeom>
          <a:noFill/>
        </p:spPr>
        <p:txBody>
          <a:bodyPr wrap="square" lIns="0" tIns="9144" rIns="0" bIns="9144">
            <a:spAutoFit/>
          </a:bodyPr>
          <a:lstStyle/>
          <a:p>
            <a:pPr>
              <a:spcAft>
                <a:spcPts val="400"/>
              </a:spcAft>
            </a:pPr>
            <a:r>
              <a:rPr sz="1460" b="0">
                <a:solidFill>
                  <a:srgbClr val="F2D47F"/>
                </a:solidFill>
                <a:latin typeface="Arial"/>
              </a:rPr>
              <a:t>Next: test zero, mixed signs and multiple small values.</a:t>
            </a:r>
          </a:p>
        </p:txBody>
      </p:sp>
      <p:sp>
        <p:nvSpPr>
          <p:cNvPr id="16" name="Google Shape;195;g9504e29505_0_0">
            <a:extLst>
              <a:ext uri="{FF2B5EF4-FFF2-40B4-BE49-F238E27FC236}">
                <a16:creationId xmlns:a16="http://schemas.microsoft.com/office/drawing/2014/main" id="{77866043-B12F-FB18-9DBA-07ABA9DCB8E4}"/>
              </a:ext>
            </a:extLst>
          </p:cNvPr>
          <p:cNvSpPr txBox="1">
            <a:spLocks/>
          </p:cNvSpPr>
          <p:nvPr/>
        </p:nvSpPr>
        <p:spPr>
          <a:xfrm>
            <a:off x="505870" y="1370775"/>
            <a:ext cx="7497588" cy="665014"/>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r" rtl="0">
              <a:lnSpc>
                <a:spcPct val="90000"/>
              </a:lnSpc>
              <a:spcBef>
                <a:spcPts val="0"/>
              </a:spcBef>
              <a:spcAft>
                <a:spcPts val="0"/>
              </a:spcAft>
              <a:buClr>
                <a:schemeClr val="lt1"/>
              </a:buClr>
              <a:buSzPts val="18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l"/>
            <a:r>
              <a:rPr lang="en-US" sz="2400" dirty="0">
                <a:solidFill>
                  <a:srgbClr val="F5F8F5"/>
                </a:solidFill>
                <a:latin typeface="Arial"/>
              </a:rPr>
              <a:t>Does normal addition produce the correct result?</a:t>
            </a:r>
          </a:p>
        </p:txBody>
      </p:sp>
      <p:pic>
        <p:nvPicPr>
          <p:cNvPr id="14" name="Audio 13">
            <a:hlinkClick r:id="" action="ppaction://media"/>
            <a:extLst>
              <a:ext uri="{FF2B5EF4-FFF2-40B4-BE49-F238E27FC236}">
                <a16:creationId xmlns:a16="http://schemas.microsoft.com/office/drawing/2014/main" id="{F487C936-AD02-2681-7024-0E6D7EA048E2}"/>
              </a:ext>
            </a:extLst>
          </p:cNvPr>
          <p:cNvPicPr>
            <a:picLocks noChangeAspect="1"/>
          </p:cNvPicPr>
          <p:nvPr>
            <a:audioFile r:link="rId3"/>
            <p:extLst>
              <p:ext uri="{DAA4B4D4-6D71-4841-9C94-3DE7FCFB9230}">
                <p14:media xmlns:p14="http://schemas.microsoft.com/office/powerpoint/2010/main" r:embed="rId2"/>
              </p:ext>
            </p:extLst>
          </p:nvPr>
        </p:nvPicPr>
        <p:blipFill>
          <a:blip r:embed="rId8"/>
          <a:srcRect l="-161075" t="-161075" r="-161075" b="-161075"/>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32480"/>
    </mc:Choice>
    <mc:Fallback>
      <p:transition spd="slow" advTm="324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4"/>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2131D52E-F226-1CD8-4726-02C8934B8EBB}"/>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76DD22DE-395E-38EC-8DE8-F4DC6B34C18D}"/>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a:t>Unit Testing</a:t>
            </a:r>
            <a:endParaRPr/>
          </a:p>
        </p:txBody>
      </p:sp>
      <p:pic>
        <p:nvPicPr>
          <p:cNvPr id="197" name="Google Shape;197;g9504e29505_0_0" descr="Green Pace logo">
            <a:extLst>
              <a:ext uri="{FF2B5EF4-FFF2-40B4-BE49-F238E27FC236}">
                <a16:creationId xmlns:a16="http://schemas.microsoft.com/office/drawing/2014/main" id="{B7CA7C0D-59E2-7706-E0BC-2488768E13CC}"/>
              </a:ext>
            </a:extLst>
          </p:cNvPr>
          <p:cNvPicPr preferRelativeResize="0"/>
          <p:nvPr/>
        </p:nvPicPr>
        <p:blipFill>
          <a:blip r:embed="rId6">
            <a:alphaModFix/>
          </a:blip>
          <a:stretch>
            <a:fillRect/>
          </a:stretch>
        </p:blipFill>
        <p:spPr>
          <a:xfrm>
            <a:off x="11084074" y="5440526"/>
            <a:ext cx="886601" cy="1149225"/>
          </a:xfrm>
          <a:prstGeom prst="rect">
            <a:avLst/>
          </a:prstGeom>
          <a:noFill/>
          <a:ln>
            <a:noFill/>
          </a:ln>
        </p:spPr>
      </p:pic>
      <p:sp>
        <p:nvSpPr>
          <p:cNvPr id="5" name="TextBox 4">
            <a:extLst>
              <a:ext uri="{FF2B5EF4-FFF2-40B4-BE49-F238E27FC236}">
                <a16:creationId xmlns:a16="http://schemas.microsoft.com/office/drawing/2014/main" id="{782A498D-59A7-6352-20A2-96065DBC07F3}"/>
              </a:ext>
            </a:extLst>
          </p:cNvPr>
          <p:cNvSpPr txBox="1"/>
          <p:nvPr/>
        </p:nvSpPr>
        <p:spPr>
          <a:xfrm>
            <a:off x="621792" y="1883664"/>
            <a:ext cx="10561320" cy="338328"/>
          </a:xfrm>
          <a:prstGeom prst="rect">
            <a:avLst/>
          </a:prstGeom>
          <a:noFill/>
        </p:spPr>
        <p:txBody>
          <a:bodyPr wrap="square" lIns="0" tIns="9144" rIns="0" bIns="9144">
            <a:spAutoFit/>
          </a:bodyPr>
          <a:lstStyle/>
          <a:p>
            <a:pPr>
              <a:spcAft>
                <a:spcPts val="400"/>
              </a:spcAft>
            </a:pPr>
            <a:r>
              <a:rPr sz="1600" b="1">
                <a:solidFill>
                  <a:srgbClr val="89C977"/>
                </a:solidFill>
                <a:latin typeface="Arial"/>
              </a:rPr>
              <a:t>STD-002-CPP · GoogleTest · source test evidence</a:t>
            </a:r>
          </a:p>
        </p:txBody>
      </p:sp>
      <p:sp>
        <p:nvSpPr>
          <p:cNvPr id="16" name="Google Shape;195;g9504e29505_0_0">
            <a:extLst>
              <a:ext uri="{FF2B5EF4-FFF2-40B4-BE49-F238E27FC236}">
                <a16:creationId xmlns:a16="http://schemas.microsoft.com/office/drawing/2014/main" id="{4B747E20-1212-7690-85BA-7DEF9A9AC7AC}"/>
              </a:ext>
            </a:extLst>
          </p:cNvPr>
          <p:cNvSpPr txBox="1">
            <a:spLocks/>
          </p:cNvSpPr>
          <p:nvPr/>
        </p:nvSpPr>
        <p:spPr>
          <a:xfrm>
            <a:off x="521109" y="1064470"/>
            <a:ext cx="8610600" cy="12930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r" rtl="0">
              <a:lnSpc>
                <a:spcPct val="90000"/>
              </a:lnSpc>
              <a:spcBef>
                <a:spcPts val="0"/>
              </a:spcBef>
              <a:spcAft>
                <a:spcPts val="0"/>
              </a:spcAft>
              <a:buClr>
                <a:schemeClr val="lt1"/>
              </a:buClr>
              <a:buSzPts val="18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l"/>
            <a:r>
              <a:rPr lang="en-US" sz="2400" dirty="0">
                <a:solidFill>
                  <a:srgbClr val="F5F8F5"/>
                </a:solidFill>
                <a:latin typeface="Arial"/>
              </a:rPr>
              <a:t>Does the program detect positive integer overflow?</a:t>
            </a:r>
          </a:p>
        </p:txBody>
      </p:sp>
      <p:pic>
        <p:nvPicPr>
          <p:cNvPr id="3" name="Picture 2" descr="Test2.png">
            <a:extLst>
              <a:ext uri="{FF2B5EF4-FFF2-40B4-BE49-F238E27FC236}">
                <a16:creationId xmlns:a16="http://schemas.microsoft.com/office/drawing/2014/main" id="{EECE4090-939B-2344-549B-25D84122C7F5}"/>
              </a:ext>
            </a:extLst>
          </p:cNvPr>
          <p:cNvPicPr>
            <a:picLocks noChangeAspect="1"/>
          </p:cNvPicPr>
          <p:nvPr/>
        </p:nvPicPr>
        <p:blipFill>
          <a:blip r:embed="rId7"/>
          <a:stretch>
            <a:fillRect/>
          </a:stretch>
        </p:blipFill>
        <p:spPr>
          <a:xfrm>
            <a:off x="594360" y="2385324"/>
            <a:ext cx="6537960" cy="3221207"/>
          </a:xfrm>
          <a:prstGeom prst="rect">
            <a:avLst/>
          </a:prstGeom>
        </p:spPr>
      </p:pic>
      <p:sp>
        <p:nvSpPr>
          <p:cNvPr id="6" name="Rounded Rectangle 6">
            <a:extLst>
              <a:ext uri="{FF2B5EF4-FFF2-40B4-BE49-F238E27FC236}">
                <a16:creationId xmlns:a16="http://schemas.microsoft.com/office/drawing/2014/main" id="{3591F0F5-2E28-FE29-6DCE-DAF12F5E6717}"/>
              </a:ext>
            </a:extLst>
          </p:cNvPr>
          <p:cNvSpPr/>
          <p:nvPr/>
        </p:nvSpPr>
        <p:spPr>
          <a:xfrm>
            <a:off x="7360920" y="2368296"/>
            <a:ext cx="3968496" cy="3218688"/>
          </a:xfrm>
          <a:prstGeom prst="roundRect">
            <a:avLst/>
          </a:prstGeom>
          <a:solidFill>
            <a:srgbClr val="0E1B11"/>
          </a:solidFill>
          <a:ln>
            <a:solidFill>
              <a:srgbClr val="435B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5AE1BDE6-75F6-12EC-C6BF-B35643627561}"/>
              </a:ext>
            </a:extLst>
          </p:cNvPr>
          <p:cNvSpPr txBox="1"/>
          <p:nvPr/>
        </p:nvSpPr>
        <p:spPr>
          <a:xfrm>
            <a:off x="7525512" y="2496312"/>
            <a:ext cx="3639312" cy="347472"/>
          </a:xfrm>
          <a:prstGeom prst="rect">
            <a:avLst/>
          </a:prstGeom>
          <a:noFill/>
        </p:spPr>
        <p:txBody>
          <a:bodyPr wrap="square" lIns="0" tIns="9144" rIns="0" bIns="9144">
            <a:spAutoFit/>
          </a:bodyPr>
          <a:lstStyle/>
          <a:p>
            <a:pPr>
              <a:spcAft>
                <a:spcPts val="400"/>
              </a:spcAft>
            </a:pPr>
            <a:r>
              <a:rPr sz="1900" b="1">
                <a:solidFill>
                  <a:srgbClr val="89C977"/>
                </a:solidFill>
                <a:latin typeface="Arial"/>
              </a:rPr>
              <a:t>TEST 2</a:t>
            </a:r>
          </a:p>
        </p:txBody>
      </p:sp>
      <p:sp>
        <p:nvSpPr>
          <p:cNvPr id="14" name="TextBox 13">
            <a:extLst>
              <a:ext uri="{FF2B5EF4-FFF2-40B4-BE49-F238E27FC236}">
                <a16:creationId xmlns:a16="http://schemas.microsoft.com/office/drawing/2014/main" id="{1169C23E-10D1-485C-581A-AF2F637347A1}"/>
              </a:ext>
            </a:extLst>
          </p:cNvPr>
          <p:cNvSpPr txBox="1"/>
          <p:nvPr/>
        </p:nvSpPr>
        <p:spPr>
          <a:xfrm>
            <a:off x="7525512" y="2880360"/>
            <a:ext cx="3639312" cy="2578608"/>
          </a:xfrm>
          <a:prstGeom prst="rect">
            <a:avLst/>
          </a:prstGeom>
          <a:noFill/>
        </p:spPr>
        <p:txBody>
          <a:bodyPr wrap="square" lIns="0" tIns="9144" rIns="0" bIns="9144">
            <a:spAutoFit/>
          </a:bodyPr>
          <a:lstStyle/>
          <a:p>
            <a:pPr>
              <a:spcAft>
                <a:spcPts val="400"/>
              </a:spcAft>
            </a:pPr>
            <a:r>
              <a:rPr sz="1700" b="0">
                <a:solidFill>
                  <a:srgbClr val="F5F8F5"/>
                </a:solidFill>
                <a:latin typeface="Arial"/>
              </a:rPr>
              <a:t>Input: addValues(INT_MAX, 1)</a:t>
            </a:r>
          </a:p>
          <a:p>
            <a:pPr>
              <a:spcAft>
                <a:spcPts val="400"/>
              </a:spcAft>
            </a:pPr>
            <a:endParaRPr sz="1700" b="0">
              <a:solidFill>
                <a:srgbClr val="F5F8F5"/>
              </a:solidFill>
              <a:latin typeface="Arial"/>
            </a:endParaRPr>
          </a:p>
          <a:p>
            <a:pPr>
              <a:spcAft>
                <a:spcPts val="400"/>
              </a:spcAft>
            </a:pPr>
            <a:r>
              <a:rPr sz="1700" b="0">
                <a:solidFill>
                  <a:srgbClr val="F5F8F5"/>
                </a:solidFill>
                <a:latin typeface="Arial"/>
              </a:rPr>
              <a:t>Expected: overflow warning</a:t>
            </a:r>
          </a:p>
          <a:p>
            <a:pPr>
              <a:spcAft>
                <a:spcPts val="400"/>
              </a:spcAft>
            </a:pPr>
            <a:endParaRPr sz="1700" b="0">
              <a:solidFill>
                <a:srgbClr val="F5F8F5"/>
              </a:solidFill>
              <a:latin typeface="Arial"/>
            </a:endParaRPr>
          </a:p>
          <a:p>
            <a:pPr>
              <a:spcAft>
                <a:spcPts val="400"/>
              </a:spcAft>
            </a:pPr>
            <a:r>
              <a:rPr sz="1700" b="0">
                <a:solidFill>
                  <a:srgbClr val="F5F8F5"/>
                </a:solidFill>
                <a:latin typeface="Arial"/>
              </a:rPr>
              <a:t>Noncompliant: FAIL</a:t>
            </a:r>
          </a:p>
          <a:p>
            <a:pPr>
              <a:spcAft>
                <a:spcPts val="400"/>
              </a:spcAft>
            </a:pPr>
            <a:r>
              <a:rPr sz="1700" b="0">
                <a:solidFill>
                  <a:srgbClr val="F5F8F5"/>
                </a:solidFill>
                <a:latin typeface="Arial"/>
              </a:rPr>
              <a:t>Compliant: PASS</a:t>
            </a:r>
          </a:p>
        </p:txBody>
      </p:sp>
      <p:sp>
        <p:nvSpPr>
          <p:cNvPr id="18" name="TextBox 17">
            <a:extLst>
              <a:ext uri="{FF2B5EF4-FFF2-40B4-BE49-F238E27FC236}">
                <a16:creationId xmlns:a16="http://schemas.microsoft.com/office/drawing/2014/main" id="{7EA7E8B6-E00E-5295-5568-35CE0555CDDC}"/>
              </a:ext>
            </a:extLst>
          </p:cNvPr>
          <p:cNvSpPr txBox="1"/>
          <p:nvPr/>
        </p:nvSpPr>
        <p:spPr>
          <a:xfrm>
            <a:off x="777240" y="5843016"/>
            <a:ext cx="10561320" cy="347472"/>
          </a:xfrm>
          <a:prstGeom prst="rect">
            <a:avLst/>
          </a:prstGeom>
          <a:noFill/>
        </p:spPr>
        <p:txBody>
          <a:bodyPr wrap="square" lIns="0" tIns="9144" rIns="0" bIns="9144">
            <a:spAutoFit/>
          </a:bodyPr>
          <a:lstStyle/>
          <a:p>
            <a:pPr>
              <a:spcAft>
                <a:spcPts val="400"/>
              </a:spcAft>
            </a:pPr>
            <a:r>
              <a:rPr sz="1460" b="0">
                <a:solidFill>
                  <a:srgbClr val="F2D47F"/>
                </a:solidFill>
                <a:latin typeface="Arial"/>
              </a:rPr>
              <a:t>Next: add more upper-bound values and use Clang UBSan.</a:t>
            </a:r>
          </a:p>
        </p:txBody>
      </p:sp>
      <p:sp>
        <p:nvSpPr>
          <p:cNvPr id="20" name="TextBox 19">
            <a:extLst>
              <a:ext uri="{FF2B5EF4-FFF2-40B4-BE49-F238E27FC236}">
                <a16:creationId xmlns:a16="http://schemas.microsoft.com/office/drawing/2014/main" id="{AD12A152-7C1C-B65E-F192-516A04B57F11}"/>
              </a:ext>
            </a:extLst>
          </p:cNvPr>
          <p:cNvSpPr txBox="1"/>
          <p:nvPr/>
        </p:nvSpPr>
        <p:spPr>
          <a:xfrm>
            <a:off x="7525512" y="5642692"/>
            <a:ext cx="4023360" cy="207749"/>
          </a:xfrm>
          <a:prstGeom prst="rect">
            <a:avLst/>
          </a:prstGeom>
          <a:noFill/>
        </p:spPr>
        <p:txBody>
          <a:bodyPr wrap="square" lIns="0" tIns="9144" rIns="0" bIns="9144">
            <a:spAutoFit/>
          </a:bodyPr>
          <a:lstStyle/>
          <a:p>
            <a:pPr>
              <a:spcAft>
                <a:spcPts val="400"/>
              </a:spcAft>
            </a:pPr>
            <a:r>
              <a:rPr sz="1230" b="0" dirty="0">
                <a:solidFill>
                  <a:srgbClr val="FF9F8D"/>
                </a:solidFill>
                <a:latin typeface="Arial"/>
              </a:rPr>
              <a:t>Observed unsafe output: −214748364</a:t>
            </a:r>
            <a:r>
              <a:rPr lang="en-US" sz="1230" b="0" dirty="0">
                <a:solidFill>
                  <a:srgbClr val="FF9F8D"/>
                </a:solidFill>
                <a:latin typeface="Arial"/>
              </a:rPr>
              <a:t>8</a:t>
            </a:r>
            <a:endParaRPr sz="1230" b="0" dirty="0">
              <a:solidFill>
                <a:srgbClr val="FF9F8D"/>
              </a:solidFill>
              <a:latin typeface="Arial"/>
            </a:endParaRPr>
          </a:p>
        </p:txBody>
      </p:sp>
      <p:pic>
        <p:nvPicPr>
          <p:cNvPr id="13" name="Audio 12">
            <a:hlinkClick r:id="" action="ppaction://media"/>
            <a:extLst>
              <a:ext uri="{FF2B5EF4-FFF2-40B4-BE49-F238E27FC236}">
                <a16:creationId xmlns:a16="http://schemas.microsoft.com/office/drawing/2014/main" id="{3AA3739F-2E9A-84DD-2AC3-ACCB448F263B}"/>
              </a:ext>
            </a:extLst>
          </p:cNvPr>
          <p:cNvPicPr>
            <a:picLocks noChangeAspect="1"/>
          </p:cNvPicPr>
          <p:nvPr>
            <a:audioFile r:link="rId3"/>
            <p:extLst>
              <p:ext uri="{DAA4B4D4-6D71-4841-9C94-3DE7FCFB9230}">
                <p14:media xmlns:p14="http://schemas.microsoft.com/office/powerpoint/2010/main" r:embed="rId2"/>
              </p:ext>
            </p:extLst>
          </p:nvPr>
        </p:nvPicPr>
        <p:blipFill>
          <a:blip r:embed="rId8"/>
          <a:srcRect l="-161075" t="-161075" r="-161075" b="-161075"/>
          <a:stretch>
            <a:fillRect/>
          </a:stretch>
        </p:blipFill>
        <p:spPr>
          <a:xfrm>
            <a:off x="10052304" y="4718304"/>
            <a:ext cx="2057400" cy="2057400"/>
          </a:xfrm>
          <a:prstGeom prst="ellipse">
            <a:avLst/>
          </a:prstGeom>
        </p:spPr>
      </p:pic>
    </p:spTree>
    <p:custDataLst>
      <p:tags r:id="rId1"/>
    </p:custDataLst>
    <p:extLst>
      <p:ext uri="{BB962C8B-B14F-4D97-AF65-F5344CB8AC3E}">
        <p14:creationId xmlns:p14="http://schemas.microsoft.com/office/powerpoint/2010/main" val="793838426"/>
      </p:ext>
    </p:extLst>
  </p:cSld>
  <p:clrMapOvr>
    <a:masterClrMapping/>
  </p:clrMapOvr>
  <mc:AlternateContent xmlns:mc="http://schemas.openxmlformats.org/markup-compatibility/2006">
    <mc:Choice xmlns:p14="http://schemas.microsoft.com/office/powerpoint/2010/main" Requires="p14">
      <p:transition spd="slow" p14:dur="2000" advTm="22191"/>
    </mc:Choice>
    <mc:Fallback>
      <p:transition spd="slow" advTm="2219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3"/>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0F270FC4-7B19-3332-CAC8-C173F7F93A1B}"/>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1B2CB2C0-E2C4-914D-F02E-6CE7B80D0376}"/>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Unit Testing</a:t>
            </a:r>
            <a:endParaRPr dirty="0"/>
          </a:p>
        </p:txBody>
      </p:sp>
      <p:pic>
        <p:nvPicPr>
          <p:cNvPr id="197" name="Google Shape;197;g9504e29505_0_0" descr="Green Pace logo">
            <a:extLst>
              <a:ext uri="{FF2B5EF4-FFF2-40B4-BE49-F238E27FC236}">
                <a16:creationId xmlns:a16="http://schemas.microsoft.com/office/drawing/2014/main" id="{5D878AC9-4C1D-87CE-6C09-B95674A192DA}"/>
              </a:ext>
            </a:extLst>
          </p:cNvPr>
          <p:cNvPicPr preferRelativeResize="0"/>
          <p:nvPr/>
        </p:nvPicPr>
        <p:blipFill>
          <a:blip r:embed="rId6">
            <a:alphaModFix/>
          </a:blip>
          <a:stretch>
            <a:fillRect/>
          </a:stretch>
        </p:blipFill>
        <p:spPr>
          <a:xfrm>
            <a:off x="11084074" y="5440526"/>
            <a:ext cx="886601" cy="1149225"/>
          </a:xfrm>
          <a:prstGeom prst="rect">
            <a:avLst/>
          </a:prstGeom>
          <a:noFill/>
          <a:ln>
            <a:noFill/>
          </a:ln>
        </p:spPr>
      </p:pic>
      <p:sp>
        <p:nvSpPr>
          <p:cNvPr id="5" name="TextBox 4">
            <a:extLst>
              <a:ext uri="{FF2B5EF4-FFF2-40B4-BE49-F238E27FC236}">
                <a16:creationId xmlns:a16="http://schemas.microsoft.com/office/drawing/2014/main" id="{8FDC9043-6174-0847-3C32-F8B280354CF5}"/>
              </a:ext>
            </a:extLst>
          </p:cNvPr>
          <p:cNvSpPr txBox="1"/>
          <p:nvPr/>
        </p:nvSpPr>
        <p:spPr>
          <a:xfrm>
            <a:off x="621792" y="1883664"/>
            <a:ext cx="10561320" cy="338328"/>
          </a:xfrm>
          <a:prstGeom prst="rect">
            <a:avLst/>
          </a:prstGeom>
          <a:noFill/>
        </p:spPr>
        <p:txBody>
          <a:bodyPr wrap="square" lIns="0" tIns="9144" rIns="0" bIns="9144">
            <a:spAutoFit/>
          </a:bodyPr>
          <a:lstStyle/>
          <a:p>
            <a:pPr>
              <a:spcAft>
                <a:spcPts val="400"/>
              </a:spcAft>
            </a:pPr>
            <a:r>
              <a:rPr sz="1600" b="1">
                <a:solidFill>
                  <a:srgbClr val="89C977"/>
                </a:solidFill>
                <a:latin typeface="Arial"/>
              </a:rPr>
              <a:t>STD-002-CPP · GoogleTest · source test evidence</a:t>
            </a:r>
          </a:p>
        </p:txBody>
      </p:sp>
      <p:sp>
        <p:nvSpPr>
          <p:cNvPr id="16" name="Google Shape;195;g9504e29505_0_0">
            <a:extLst>
              <a:ext uri="{FF2B5EF4-FFF2-40B4-BE49-F238E27FC236}">
                <a16:creationId xmlns:a16="http://schemas.microsoft.com/office/drawing/2014/main" id="{FF736B24-D238-EAAF-88FA-EB65AA508925}"/>
              </a:ext>
            </a:extLst>
          </p:cNvPr>
          <p:cNvSpPr txBox="1">
            <a:spLocks/>
          </p:cNvSpPr>
          <p:nvPr/>
        </p:nvSpPr>
        <p:spPr>
          <a:xfrm>
            <a:off x="-717755" y="1071841"/>
            <a:ext cx="8610600" cy="12930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r" rtl="0">
              <a:lnSpc>
                <a:spcPct val="90000"/>
              </a:lnSpc>
              <a:spcBef>
                <a:spcPts val="0"/>
              </a:spcBef>
              <a:spcAft>
                <a:spcPts val="0"/>
              </a:spcAft>
              <a:buClr>
                <a:schemeClr val="lt1"/>
              </a:buClr>
              <a:buSzPts val="18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2400" dirty="0">
                <a:solidFill>
                  <a:srgbClr val="F5F8F5"/>
                </a:solidFill>
                <a:latin typeface="Arial"/>
              </a:rPr>
              <a:t>Does the program detect negative integer underflow?</a:t>
            </a:r>
          </a:p>
        </p:txBody>
      </p:sp>
      <p:pic>
        <p:nvPicPr>
          <p:cNvPr id="3" name="Picture 2" descr="Test3.png">
            <a:extLst>
              <a:ext uri="{FF2B5EF4-FFF2-40B4-BE49-F238E27FC236}">
                <a16:creationId xmlns:a16="http://schemas.microsoft.com/office/drawing/2014/main" id="{F21C8736-666D-0A1E-DF03-274FA998FAD0}"/>
              </a:ext>
            </a:extLst>
          </p:cNvPr>
          <p:cNvPicPr>
            <a:picLocks noChangeAspect="1"/>
          </p:cNvPicPr>
          <p:nvPr/>
        </p:nvPicPr>
        <p:blipFill>
          <a:blip r:embed="rId7"/>
          <a:stretch>
            <a:fillRect/>
          </a:stretch>
        </p:blipFill>
        <p:spPr>
          <a:xfrm>
            <a:off x="594360" y="2411781"/>
            <a:ext cx="6537960" cy="3168292"/>
          </a:xfrm>
          <a:prstGeom prst="rect">
            <a:avLst/>
          </a:prstGeom>
        </p:spPr>
      </p:pic>
      <p:sp>
        <p:nvSpPr>
          <p:cNvPr id="6" name="Rounded Rectangle 6">
            <a:extLst>
              <a:ext uri="{FF2B5EF4-FFF2-40B4-BE49-F238E27FC236}">
                <a16:creationId xmlns:a16="http://schemas.microsoft.com/office/drawing/2014/main" id="{A472B2F1-3B2D-5C36-3267-2E42EDD67C13}"/>
              </a:ext>
            </a:extLst>
          </p:cNvPr>
          <p:cNvSpPr/>
          <p:nvPr/>
        </p:nvSpPr>
        <p:spPr>
          <a:xfrm>
            <a:off x="7360920" y="2368296"/>
            <a:ext cx="3968496" cy="3218688"/>
          </a:xfrm>
          <a:prstGeom prst="roundRect">
            <a:avLst/>
          </a:prstGeom>
          <a:solidFill>
            <a:srgbClr val="0E1B11"/>
          </a:solidFill>
          <a:ln>
            <a:solidFill>
              <a:srgbClr val="435B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7FEC79BD-03B9-BD15-F37C-29A0A7984AB9}"/>
              </a:ext>
            </a:extLst>
          </p:cNvPr>
          <p:cNvSpPr txBox="1"/>
          <p:nvPr/>
        </p:nvSpPr>
        <p:spPr>
          <a:xfrm>
            <a:off x="7525512" y="2496312"/>
            <a:ext cx="3639312" cy="347472"/>
          </a:xfrm>
          <a:prstGeom prst="rect">
            <a:avLst/>
          </a:prstGeom>
          <a:noFill/>
        </p:spPr>
        <p:txBody>
          <a:bodyPr wrap="square" lIns="0" tIns="9144" rIns="0" bIns="9144">
            <a:spAutoFit/>
          </a:bodyPr>
          <a:lstStyle/>
          <a:p>
            <a:pPr>
              <a:spcAft>
                <a:spcPts val="400"/>
              </a:spcAft>
            </a:pPr>
            <a:r>
              <a:rPr sz="1900" b="1">
                <a:solidFill>
                  <a:srgbClr val="89C977"/>
                </a:solidFill>
                <a:latin typeface="Arial"/>
              </a:rPr>
              <a:t>TEST 3</a:t>
            </a:r>
          </a:p>
        </p:txBody>
      </p:sp>
      <p:sp>
        <p:nvSpPr>
          <p:cNvPr id="14" name="TextBox 13">
            <a:extLst>
              <a:ext uri="{FF2B5EF4-FFF2-40B4-BE49-F238E27FC236}">
                <a16:creationId xmlns:a16="http://schemas.microsoft.com/office/drawing/2014/main" id="{2A195570-E360-A0EE-23F2-B5C7252B60F0}"/>
              </a:ext>
            </a:extLst>
          </p:cNvPr>
          <p:cNvSpPr txBox="1"/>
          <p:nvPr/>
        </p:nvSpPr>
        <p:spPr>
          <a:xfrm>
            <a:off x="7525512" y="2880360"/>
            <a:ext cx="3639312" cy="2578608"/>
          </a:xfrm>
          <a:prstGeom prst="rect">
            <a:avLst/>
          </a:prstGeom>
          <a:noFill/>
        </p:spPr>
        <p:txBody>
          <a:bodyPr wrap="square" lIns="0" tIns="9144" rIns="0" bIns="9144">
            <a:spAutoFit/>
          </a:bodyPr>
          <a:lstStyle/>
          <a:p>
            <a:pPr>
              <a:spcAft>
                <a:spcPts val="400"/>
              </a:spcAft>
            </a:pPr>
            <a:r>
              <a:rPr sz="1700" b="0">
                <a:solidFill>
                  <a:srgbClr val="F5F8F5"/>
                </a:solidFill>
                <a:latin typeface="Arial"/>
              </a:rPr>
              <a:t>Input: addValues(INT_MIN, -1)</a:t>
            </a:r>
          </a:p>
          <a:p>
            <a:pPr>
              <a:spcAft>
                <a:spcPts val="400"/>
              </a:spcAft>
            </a:pPr>
            <a:endParaRPr sz="1700" b="0">
              <a:solidFill>
                <a:srgbClr val="F5F8F5"/>
              </a:solidFill>
              <a:latin typeface="Arial"/>
            </a:endParaRPr>
          </a:p>
          <a:p>
            <a:pPr>
              <a:spcAft>
                <a:spcPts val="400"/>
              </a:spcAft>
            </a:pPr>
            <a:r>
              <a:rPr sz="1700" b="0">
                <a:solidFill>
                  <a:srgbClr val="F5F8F5"/>
                </a:solidFill>
                <a:latin typeface="Arial"/>
              </a:rPr>
              <a:t>Expected: underflow warning</a:t>
            </a:r>
          </a:p>
          <a:p>
            <a:pPr>
              <a:spcAft>
                <a:spcPts val="400"/>
              </a:spcAft>
            </a:pPr>
            <a:endParaRPr sz="1700" b="0">
              <a:solidFill>
                <a:srgbClr val="F5F8F5"/>
              </a:solidFill>
              <a:latin typeface="Arial"/>
            </a:endParaRPr>
          </a:p>
          <a:p>
            <a:pPr>
              <a:spcAft>
                <a:spcPts val="400"/>
              </a:spcAft>
            </a:pPr>
            <a:r>
              <a:rPr sz="1700" b="0">
                <a:solidFill>
                  <a:srgbClr val="F5F8F5"/>
                </a:solidFill>
                <a:latin typeface="Arial"/>
              </a:rPr>
              <a:t>Noncompliant: FAIL</a:t>
            </a:r>
          </a:p>
          <a:p>
            <a:pPr>
              <a:spcAft>
                <a:spcPts val="400"/>
              </a:spcAft>
            </a:pPr>
            <a:r>
              <a:rPr sz="1700" b="0">
                <a:solidFill>
                  <a:srgbClr val="F5F8F5"/>
                </a:solidFill>
                <a:latin typeface="Arial"/>
              </a:rPr>
              <a:t>Compliant: PASS</a:t>
            </a:r>
          </a:p>
        </p:txBody>
      </p:sp>
      <p:sp>
        <p:nvSpPr>
          <p:cNvPr id="18" name="TextBox 17">
            <a:extLst>
              <a:ext uri="{FF2B5EF4-FFF2-40B4-BE49-F238E27FC236}">
                <a16:creationId xmlns:a16="http://schemas.microsoft.com/office/drawing/2014/main" id="{C7AE500B-AED5-50DC-7277-93929D03B4AC}"/>
              </a:ext>
            </a:extLst>
          </p:cNvPr>
          <p:cNvSpPr txBox="1"/>
          <p:nvPr/>
        </p:nvSpPr>
        <p:spPr>
          <a:xfrm>
            <a:off x="777240" y="5843016"/>
            <a:ext cx="10561320" cy="347472"/>
          </a:xfrm>
          <a:prstGeom prst="rect">
            <a:avLst/>
          </a:prstGeom>
          <a:noFill/>
        </p:spPr>
        <p:txBody>
          <a:bodyPr wrap="square" lIns="0" tIns="9144" rIns="0" bIns="9144">
            <a:spAutoFit/>
          </a:bodyPr>
          <a:lstStyle/>
          <a:p>
            <a:pPr>
              <a:spcAft>
                <a:spcPts val="400"/>
              </a:spcAft>
            </a:pPr>
            <a:r>
              <a:rPr sz="1460" b="0">
                <a:solidFill>
                  <a:srgbClr val="F2D47F"/>
                </a:solidFill>
                <a:latin typeface="Arial"/>
              </a:rPr>
              <a:t>Next: test negative boundaries and run in CI.</a:t>
            </a:r>
          </a:p>
        </p:txBody>
      </p:sp>
      <p:pic>
        <p:nvPicPr>
          <p:cNvPr id="12" name="Audio 11">
            <a:hlinkClick r:id="" action="ppaction://media"/>
            <a:extLst>
              <a:ext uri="{FF2B5EF4-FFF2-40B4-BE49-F238E27FC236}">
                <a16:creationId xmlns:a16="http://schemas.microsoft.com/office/drawing/2014/main" id="{36B282CA-D16D-A7F5-2DB0-E9A5B06C6C69}"/>
              </a:ext>
            </a:extLst>
          </p:cNvPr>
          <p:cNvPicPr>
            <a:picLocks noChangeAspect="1"/>
          </p:cNvPicPr>
          <p:nvPr>
            <a:audioFile r:link="rId3"/>
            <p:extLst>
              <p:ext uri="{DAA4B4D4-6D71-4841-9C94-3DE7FCFB9230}">
                <p14:media xmlns:p14="http://schemas.microsoft.com/office/powerpoint/2010/main" r:embed="rId2"/>
              </p:ext>
            </p:extLst>
          </p:nvPr>
        </p:nvPicPr>
        <p:blipFill>
          <a:blip r:embed="rId8"/>
          <a:srcRect l="-161075" t="-161075" r="-161075" b="-161075"/>
          <a:stretch>
            <a:fillRect/>
          </a:stretch>
        </p:blipFill>
        <p:spPr>
          <a:xfrm>
            <a:off x="10052304" y="4718304"/>
            <a:ext cx="2057400" cy="2057400"/>
          </a:xfrm>
          <a:prstGeom prst="ellipse">
            <a:avLst/>
          </a:prstGeom>
        </p:spPr>
      </p:pic>
    </p:spTree>
    <p:custDataLst>
      <p:tags r:id="rId1"/>
    </p:custDataLst>
    <p:extLst>
      <p:ext uri="{BB962C8B-B14F-4D97-AF65-F5344CB8AC3E}">
        <p14:creationId xmlns:p14="http://schemas.microsoft.com/office/powerpoint/2010/main" val="2384949524"/>
      </p:ext>
    </p:extLst>
  </p:cSld>
  <p:clrMapOvr>
    <a:masterClrMapping/>
  </p:clrMapOvr>
  <mc:AlternateContent xmlns:mc="http://schemas.openxmlformats.org/markup-compatibility/2006">
    <mc:Choice xmlns:p14="http://schemas.microsoft.com/office/powerpoint/2010/main" Requires="p14">
      <p:transition spd="slow" p14:dur="2000" advTm="17983"/>
    </mc:Choice>
    <mc:Fallback>
      <p:transition spd="slow" advTm="1798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EBA19762-AE42-97FF-5401-543D8793A08A}"/>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1ECF83BD-CF43-4D3E-4B27-06A5AF93B4C2}"/>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a:t>Unit Testing</a:t>
            </a:r>
            <a:endParaRPr/>
          </a:p>
        </p:txBody>
      </p:sp>
      <p:pic>
        <p:nvPicPr>
          <p:cNvPr id="197" name="Google Shape;197;g9504e29505_0_0" descr="Green Pace logo">
            <a:extLst>
              <a:ext uri="{FF2B5EF4-FFF2-40B4-BE49-F238E27FC236}">
                <a16:creationId xmlns:a16="http://schemas.microsoft.com/office/drawing/2014/main" id="{F6985861-B3C0-E190-BED8-E640BAD35741}"/>
              </a:ext>
            </a:extLst>
          </p:cNvPr>
          <p:cNvPicPr preferRelativeResize="0"/>
          <p:nvPr/>
        </p:nvPicPr>
        <p:blipFill>
          <a:blip r:embed="rId6">
            <a:alphaModFix/>
          </a:blip>
          <a:stretch>
            <a:fillRect/>
          </a:stretch>
        </p:blipFill>
        <p:spPr>
          <a:xfrm>
            <a:off x="11084074" y="5440526"/>
            <a:ext cx="886601" cy="1149225"/>
          </a:xfrm>
          <a:prstGeom prst="rect">
            <a:avLst/>
          </a:prstGeom>
          <a:noFill/>
          <a:ln>
            <a:noFill/>
          </a:ln>
        </p:spPr>
      </p:pic>
      <p:sp>
        <p:nvSpPr>
          <p:cNvPr id="5" name="TextBox 4">
            <a:extLst>
              <a:ext uri="{FF2B5EF4-FFF2-40B4-BE49-F238E27FC236}">
                <a16:creationId xmlns:a16="http://schemas.microsoft.com/office/drawing/2014/main" id="{71334A48-6AEF-04DE-0971-A45CA2E10D90}"/>
              </a:ext>
            </a:extLst>
          </p:cNvPr>
          <p:cNvSpPr txBox="1"/>
          <p:nvPr/>
        </p:nvSpPr>
        <p:spPr>
          <a:xfrm>
            <a:off x="621792" y="1883664"/>
            <a:ext cx="10561320" cy="338328"/>
          </a:xfrm>
          <a:prstGeom prst="rect">
            <a:avLst/>
          </a:prstGeom>
          <a:noFill/>
        </p:spPr>
        <p:txBody>
          <a:bodyPr wrap="square" lIns="0" tIns="9144" rIns="0" bIns="9144">
            <a:spAutoFit/>
          </a:bodyPr>
          <a:lstStyle/>
          <a:p>
            <a:pPr>
              <a:spcAft>
                <a:spcPts val="400"/>
              </a:spcAft>
            </a:pPr>
            <a:r>
              <a:rPr sz="1600" b="1">
                <a:solidFill>
                  <a:srgbClr val="89C977"/>
                </a:solidFill>
                <a:latin typeface="Arial"/>
              </a:rPr>
              <a:t>STD-002-CPP · GoogleTest · source test evidence</a:t>
            </a:r>
          </a:p>
        </p:txBody>
      </p:sp>
      <p:sp>
        <p:nvSpPr>
          <p:cNvPr id="16" name="Google Shape;195;g9504e29505_0_0">
            <a:extLst>
              <a:ext uri="{FF2B5EF4-FFF2-40B4-BE49-F238E27FC236}">
                <a16:creationId xmlns:a16="http://schemas.microsoft.com/office/drawing/2014/main" id="{1B8FF601-10AC-4E95-9E42-CD8C5E36B083}"/>
              </a:ext>
            </a:extLst>
          </p:cNvPr>
          <p:cNvSpPr txBox="1">
            <a:spLocks/>
          </p:cNvSpPr>
          <p:nvPr/>
        </p:nvSpPr>
        <p:spPr>
          <a:xfrm>
            <a:off x="-324465" y="1075296"/>
            <a:ext cx="8610600" cy="12930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r" rtl="0">
              <a:lnSpc>
                <a:spcPct val="90000"/>
              </a:lnSpc>
              <a:spcBef>
                <a:spcPts val="0"/>
              </a:spcBef>
              <a:spcAft>
                <a:spcPts val="0"/>
              </a:spcAft>
              <a:buClr>
                <a:schemeClr val="lt1"/>
              </a:buClr>
              <a:buSzPts val="18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2400" dirty="0">
                <a:solidFill>
                  <a:srgbClr val="F5F8F5"/>
                </a:solidFill>
                <a:latin typeface="Arial"/>
              </a:rPr>
              <a:t>Does the program accept the maximum valid boundary?</a:t>
            </a:r>
          </a:p>
        </p:txBody>
      </p:sp>
      <p:pic>
        <p:nvPicPr>
          <p:cNvPr id="3" name="Picture 2" descr="Test4.png">
            <a:extLst>
              <a:ext uri="{FF2B5EF4-FFF2-40B4-BE49-F238E27FC236}">
                <a16:creationId xmlns:a16="http://schemas.microsoft.com/office/drawing/2014/main" id="{2A33F978-9665-44AD-9937-1565F06A8264}"/>
              </a:ext>
            </a:extLst>
          </p:cNvPr>
          <p:cNvPicPr>
            <a:picLocks noChangeAspect="1"/>
          </p:cNvPicPr>
          <p:nvPr/>
        </p:nvPicPr>
        <p:blipFill>
          <a:blip r:embed="rId7"/>
          <a:stretch>
            <a:fillRect/>
          </a:stretch>
        </p:blipFill>
        <p:spPr>
          <a:xfrm>
            <a:off x="594360" y="2420489"/>
            <a:ext cx="6537960" cy="3150877"/>
          </a:xfrm>
          <a:prstGeom prst="rect">
            <a:avLst/>
          </a:prstGeom>
        </p:spPr>
      </p:pic>
      <p:sp>
        <p:nvSpPr>
          <p:cNvPr id="6" name="Rounded Rectangle 6">
            <a:extLst>
              <a:ext uri="{FF2B5EF4-FFF2-40B4-BE49-F238E27FC236}">
                <a16:creationId xmlns:a16="http://schemas.microsoft.com/office/drawing/2014/main" id="{2A33F547-541F-9E0F-D5DF-C51860F3DB62}"/>
              </a:ext>
            </a:extLst>
          </p:cNvPr>
          <p:cNvSpPr/>
          <p:nvPr/>
        </p:nvSpPr>
        <p:spPr>
          <a:xfrm>
            <a:off x="7360920" y="2368296"/>
            <a:ext cx="3968496" cy="3218688"/>
          </a:xfrm>
          <a:prstGeom prst="roundRect">
            <a:avLst/>
          </a:prstGeom>
          <a:solidFill>
            <a:srgbClr val="0E1B11"/>
          </a:solidFill>
          <a:ln>
            <a:solidFill>
              <a:srgbClr val="435B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B07EE551-EC67-925C-129A-0E6A001A6FCF}"/>
              </a:ext>
            </a:extLst>
          </p:cNvPr>
          <p:cNvSpPr txBox="1"/>
          <p:nvPr/>
        </p:nvSpPr>
        <p:spPr>
          <a:xfrm>
            <a:off x="7525512" y="2496312"/>
            <a:ext cx="3639312" cy="347472"/>
          </a:xfrm>
          <a:prstGeom prst="rect">
            <a:avLst/>
          </a:prstGeom>
          <a:noFill/>
        </p:spPr>
        <p:txBody>
          <a:bodyPr wrap="square" lIns="0" tIns="9144" rIns="0" bIns="9144">
            <a:spAutoFit/>
          </a:bodyPr>
          <a:lstStyle/>
          <a:p>
            <a:pPr>
              <a:spcAft>
                <a:spcPts val="400"/>
              </a:spcAft>
            </a:pPr>
            <a:r>
              <a:rPr sz="1900" b="1">
                <a:solidFill>
                  <a:srgbClr val="89C977"/>
                </a:solidFill>
                <a:latin typeface="Arial"/>
              </a:rPr>
              <a:t>TEST 4</a:t>
            </a:r>
          </a:p>
        </p:txBody>
      </p:sp>
      <p:sp>
        <p:nvSpPr>
          <p:cNvPr id="14" name="TextBox 13">
            <a:extLst>
              <a:ext uri="{FF2B5EF4-FFF2-40B4-BE49-F238E27FC236}">
                <a16:creationId xmlns:a16="http://schemas.microsoft.com/office/drawing/2014/main" id="{8002258A-766F-E8F4-8869-DD706FBDC9A9}"/>
              </a:ext>
            </a:extLst>
          </p:cNvPr>
          <p:cNvSpPr txBox="1"/>
          <p:nvPr/>
        </p:nvSpPr>
        <p:spPr>
          <a:xfrm>
            <a:off x="7525512" y="2880360"/>
            <a:ext cx="3639312" cy="2578608"/>
          </a:xfrm>
          <a:prstGeom prst="rect">
            <a:avLst/>
          </a:prstGeom>
          <a:noFill/>
        </p:spPr>
        <p:txBody>
          <a:bodyPr wrap="square" lIns="0" tIns="9144" rIns="0" bIns="9144">
            <a:spAutoFit/>
          </a:bodyPr>
          <a:lstStyle/>
          <a:p>
            <a:pPr>
              <a:spcAft>
                <a:spcPts val="400"/>
              </a:spcAft>
            </a:pPr>
            <a:r>
              <a:rPr sz="1700" b="0">
                <a:solidFill>
                  <a:srgbClr val="F5F8F5"/>
                </a:solidFill>
                <a:latin typeface="Arial"/>
              </a:rPr>
              <a:t>Input: addValues(INT_MAX - 1, 1)</a:t>
            </a:r>
          </a:p>
          <a:p>
            <a:pPr>
              <a:spcAft>
                <a:spcPts val="400"/>
              </a:spcAft>
            </a:pPr>
            <a:endParaRPr sz="1700" b="0">
              <a:solidFill>
                <a:srgbClr val="F5F8F5"/>
              </a:solidFill>
              <a:latin typeface="Arial"/>
            </a:endParaRPr>
          </a:p>
          <a:p>
            <a:pPr>
              <a:spcAft>
                <a:spcPts val="400"/>
              </a:spcAft>
            </a:pPr>
            <a:r>
              <a:rPr sz="1700" b="0">
                <a:solidFill>
                  <a:srgbClr val="F5F8F5"/>
                </a:solidFill>
                <a:latin typeface="Arial"/>
              </a:rPr>
              <a:t>Expected: exactly INT_MAX</a:t>
            </a:r>
          </a:p>
          <a:p>
            <a:pPr>
              <a:spcAft>
                <a:spcPts val="400"/>
              </a:spcAft>
            </a:pPr>
            <a:endParaRPr sz="1700" b="0">
              <a:solidFill>
                <a:srgbClr val="F5F8F5"/>
              </a:solidFill>
              <a:latin typeface="Arial"/>
            </a:endParaRPr>
          </a:p>
          <a:p>
            <a:pPr>
              <a:spcAft>
                <a:spcPts val="400"/>
              </a:spcAft>
            </a:pPr>
            <a:r>
              <a:rPr sz="1700" b="0">
                <a:solidFill>
                  <a:srgbClr val="F5F8F5"/>
                </a:solidFill>
                <a:latin typeface="Arial"/>
              </a:rPr>
              <a:t>Noncompliant: PASS</a:t>
            </a:r>
          </a:p>
          <a:p>
            <a:pPr>
              <a:spcAft>
                <a:spcPts val="400"/>
              </a:spcAft>
            </a:pPr>
            <a:r>
              <a:rPr sz="1700" b="0">
                <a:solidFill>
                  <a:srgbClr val="F5F8F5"/>
                </a:solidFill>
                <a:latin typeface="Arial"/>
              </a:rPr>
              <a:t>Compliant: PASS</a:t>
            </a:r>
          </a:p>
        </p:txBody>
      </p:sp>
      <p:sp>
        <p:nvSpPr>
          <p:cNvPr id="18" name="TextBox 17">
            <a:extLst>
              <a:ext uri="{FF2B5EF4-FFF2-40B4-BE49-F238E27FC236}">
                <a16:creationId xmlns:a16="http://schemas.microsoft.com/office/drawing/2014/main" id="{4BAE17B7-B3C4-E0E5-F7D2-F6EC30CE6180}"/>
              </a:ext>
            </a:extLst>
          </p:cNvPr>
          <p:cNvSpPr txBox="1"/>
          <p:nvPr/>
        </p:nvSpPr>
        <p:spPr>
          <a:xfrm>
            <a:off x="777240" y="5843016"/>
            <a:ext cx="10561320" cy="347472"/>
          </a:xfrm>
          <a:prstGeom prst="rect">
            <a:avLst/>
          </a:prstGeom>
          <a:noFill/>
        </p:spPr>
        <p:txBody>
          <a:bodyPr wrap="square" lIns="0" tIns="9144" rIns="0" bIns="9144">
            <a:spAutoFit/>
          </a:bodyPr>
          <a:lstStyle/>
          <a:p>
            <a:pPr>
              <a:spcAft>
                <a:spcPts val="400"/>
              </a:spcAft>
            </a:pPr>
            <a:r>
              <a:rPr sz="1460" b="0">
                <a:solidFill>
                  <a:srgbClr val="F2D47F"/>
                </a:solidFill>
                <a:latin typeface="Arial"/>
              </a:rPr>
              <a:t>Next: test the exact INT_MIN boundary too.</a:t>
            </a:r>
          </a:p>
        </p:txBody>
      </p:sp>
      <p:pic>
        <p:nvPicPr>
          <p:cNvPr id="19" name="Audio 18">
            <a:hlinkClick r:id="" action="ppaction://media"/>
            <a:extLst>
              <a:ext uri="{FF2B5EF4-FFF2-40B4-BE49-F238E27FC236}">
                <a16:creationId xmlns:a16="http://schemas.microsoft.com/office/drawing/2014/main" id="{5F8AB279-EC5C-9CCB-B2A1-23191EED2A60}"/>
              </a:ext>
            </a:extLst>
          </p:cNvPr>
          <p:cNvPicPr>
            <a:picLocks noChangeAspect="1"/>
          </p:cNvPicPr>
          <p:nvPr>
            <a:audioFile r:link="rId3"/>
            <p:extLst>
              <p:ext uri="{DAA4B4D4-6D71-4841-9C94-3DE7FCFB9230}">
                <p14:media xmlns:p14="http://schemas.microsoft.com/office/powerpoint/2010/main" r:embed="rId2"/>
              </p:ext>
            </p:extLst>
          </p:nvPr>
        </p:nvPicPr>
        <p:blipFill>
          <a:blip r:embed="rId8"/>
          <a:srcRect l="-161075" t="-161075" r="-161075" b="-161075"/>
          <a:stretch>
            <a:fillRect/>
          </a:stretch>
        </p:blipFill>
        <p:spPr>
          <a:xfrm>
            <a:off x="10052304" y="4718304"/>
            <a:ext cx="2057400" cy="2057400"/>
          </a:xfrm>
          <a:prstGeom prst="ellipse">
            <a:avLst/>
          </a:prstGeom>
        </p:spPr>
      </p:pic>
    </p:spTree>
    <p:custDataLst>
      <p:tags r:id="rId1"/>
    </p:custDataLst>
    <p:extLst>
      <p:ext uri="{BB962C8B-B14F-4D97-AF65-F5344CB8AC3E}">
        <p14:creationId xmlns:p14="http://schemas.microsoft.com/office/powerpoint/2010/main" val="3779702503"/>
      </p:ext>
    </p:extLst>
  </p:cSld>
  <p:clrMapOvr>
    <a:masterClrMapping/>
  </p:clrMapOvr>
  <mc:AlternateContent xmlns:mc="http://schemas.openxmlformats.org/markup-compatibility/2006">
    <mc:Choice xmlns:p14="http://schemas.microsoft.com/office/powerpoint/2010/main" Requires="p14">
      <p:transition spd="slow" p14:dur="2000" advTm="18085"/>
    </mc:Choice>
    <mc:Fallback>
      <p:transition spd="slow" advTm="1808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9"/>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sz="2800">
                <a:solidFill>
                  <a:srgbClr val="F5F8F5"/>
                </a:solidFill>
                <a:latin typeface="Arial"/>
              </a:rPr>
              <a:t>TEST EVIDENCE: BEFORE AND AFTER</a:t>
            </a:r>
          </a:p>
        </p:txBody>
      </p:sp>
      <p:pic>
        <p:nvPicPr>
          <p:cNvPr id="4" name="Picture 3" descr="image.png"/>
          <p:cNvPicPr>
            <a:picLocks noChangeAspect="1"/>
          </p:cNvPicPr>
          <p:nvPr/>
        </p:nvPicPr>
        <p:blipFill>
          <a:blip r:embed="rId5"/>
          <a:stretch>
            <a:fillRect/>
          </a:stretch>
        </p:blipFill>
        <p:spPr>
          <a:xfrm>
            <a:off x="11084074" y="5440526"/>
            <a:ext cx="886601" cy="1149225"/>
          </a:xfrm>
          <a:prstGeom prst="rect">
            <a:avLst/>
          </a:prstGeom>
        </p:spPr>
      </p:pic>
      <p:sp>
        <p:nvSpPr>
          <p:cNvPr id="5" name="TextBox 4"/>
          <p:cNvSpPr txBox="1"/>
          <p:nvPr/>
        </p:nvSpPr>
        <p:spPr>
          <a:xfrm>
            <a:off x="786384" y="1993392"/>
            <a:ext cx="5157216" cy="326243"/>
          </a:xfrm>
          <a:prstGeom prst="rect">
            <a:avLst/>
          </a:prstGeom>
          <a:noFill/>
        </p:spPr>
        <p:txBody>
          <a:bodyPr wrap="square" lIns="0" tIns="9144" rIns="0" bIns="9144">
            <a:spAutoFit/>
          </a:bodyPr>
          <a:lstStyle/>
          <a:p>
            <a:pPr>
              <a:spcAft>
                <a:spcPts val="400"/>
              </a:spcAft>
            </a:pPr>
            <a:r>
              <a:rPr sz="2000" b="1" dirty="0">
                <a:solidFill>
                  <a:srgbClr val="FF9F8D"/>
                </a:solidFill>
                <a:latin typeface="Arial"/>
              </a:rPr>
              <a:t>NONCOMPLIANT </a:t>
            </a:r>
            <a:r>
              <a:rPr lang="en-US" sz="2000" b="1" dirty="0">
                <a:solidFill>
                  <a:srgbClr val="FF9F8D"/>
                </a:solidFill>
                <a:latin typeface="Arial"/>
              </a:rPr>
              <a:t>TEST RESULTS</a:t>
            </a:r>
            <a:endParaRPr sz="2000" b="1" dirty="0">
              <a:solidFill>
                <a:srgbClr val="FF9F8D"/>
              </a:solidFill>
              <a:latin typeface="Arial"/>
            </a:endParaRPr>
          </a:p>
        </p:txBody>
      </p:sp>
      <p:sp>
        <p:nvSpPr>
          <p:cNvPr id="6" name="TextBox 5"/>
          <p:cNvSpPr txBox="1"/>
          <p:nvPr/>
        </p:nvSpPr>
        <p:spPr>
          <a:xfrm>
            <a:off x="6318504" y="1993392"/>
            <a:ext cx="5120640" cy="326243"/>
          </a:xfrm>
          <a:prstGeom prst="rect">
            <a:avLst/>
          </a:prstGeom>
          <a:noFill/>
        </p:spPr>
        <p:txBody>
          <a:bodyPr wrap="square" lIns="0" tIns="9144" rIns="0" bIns="9144">
            <a:spAutoFit/>
          </a:bodyPr>
          <a:lstStyle/>
          <a:p>
            <a:pPr>
              <a:spcAft>
                <a:spcPts val="400"/>
              </a:spcAft>
            </a:pPr>
            <a:r>
              <a:rPr sz="2000" b="1" dirty="0">
                <a:solidFill>
                  <a:srgbClr val="89C977"/>
                </a:solidFill>
                <a:latin typeface="Arial"/>
              </a:rPr>
              <a:t>COMPLIANT </a:t>
            </a:r>
            <a:r>
              <a:rPr lang="en-US" sz="2000" b="1" dirty="0">
                <a:solidFill>
                  <a:srgbClr val="89C977"/>
                </a:solidFill>
                <a:latin typeface="Arial"/>
              </a:rPr>
              <a:t>TEST RESULTS</a:t>
            </a:r>
            <a:endParaRPr sz="2000" b="1" dirty="0">
              <a:solidFill>
                <a:srgbClr val="89C977"/>
              </a:solidFill>
              <a:latin typeface="Arial"/>
            </a:endParaRPr>
          </a:p>
        </p:txBody>
      </p:sp>
      <p:pic>
        <p:nvPicPr>
          <p:cNvPr id="7" name="Picture 6" descr="Noncompliant-Bounds.png"/>
          <p:cNvPicPr>
            <a:picLocks noChangeAspect="1"/>
          </p:cNvPicPr>
          <p:nvPr/>
        </p:nvPicPr>
        <p:blipFill>
          <a:blip r:embed="rId6"/>
          <a:stretch>
            <a:fillRect/>
          </a:stretch>
        </p:blipFill>
        <p:spPr>
          <a:xfrm>
            <a:off x="784994" y="2514600"/>
            <a:ext cx="5123419" cy="2478024"/>
          </a:xfrm>
          <a:prstGeom prst="rect">
            <a:avLst/>
          </a:prstGeom>
        </p:spPr>
      </p:pic>
      <p:pic>
        <p:nvPicPr>
          <p:cNvPr id="8" name="Picture 7" descr="Compliant-4TestsPassed.png"/>
          <p:cNvPicPr>
            <a:picLocks noChangeAspect="1"/>
          </p:cNvPicPr>
          <p:nvPr/>
        </p:nvPicPr>
        <p:blipFill>
          <a:blip r:embed="rId7"/>
          <a:stretch>
            <a:fillRect/>
          </a:stretch>
        </p:blipFill>
        <p:spPr>
          <a:xfrm>
            <a:off x="6245790" y="2514600"/>
            <a:ext cx="5156339" cy="2478024"/>
          </a:xfrm>
          <a:prstGeom prst="rect">
            <a:avLst/>
          </a:prstGeom>
        </p:spPr>
      </p:pic>
      <p:sp>
        <p:nvSpPr>
          <p:cNvPr id="9" name="TextBox 8"/>
          <p:cNvSpPr txBox="1"/>
          <p:nvPr/>
        </p:nvSpPr>
        <p:spPr>
          <a:xfrm>
            <a:off x="960120" y="5120640"/>
            <a:ext cx="4846320" cy="402336"/>
          </a:xfrm>
          <a:prstGeom prst="rect">
            <a:avLst/>
          </a:prstGeom>
          <a:noFill/>
        </p:spPr>
        <p:txBody>
          <a:bodyPr wrap="square" lIns="0" tIns="9144" rIns="0" bIns="9144">
            <a:spAutoFit/>
          </a:bodyPr>
          <a:lstStyle/>
          <a:p>
            <a:pPr>
              <a:spcAft>
                <a:spcPts val="400"/>
              </a:spcAft>
            </a:pPr>
            <a:r>
              <a:rPr sz="2000" b="1">
                <a:solidFill>
                  <a:srgbClr val="FF9F8D"/>
                </a:solidFill>
                <a:latin typeface="Arial"/>
              </a:rPr>
              <a:t>2 passed, 2 failed</a:t>
            </a:r>
          </a:p>
        </p:txBody>
      </p:sp>
      <p:sp>
        <p:nvSpPr>
          <p:cNvPr id="10" name="TextBox 9"/>
          <p:cNvSpPr txBox="1"/>
          <p:nvPr/>
        </p:nvSpPr>
        <p:spPr>
          <a:xfrm>
            <a:off x="6437376" y="5120640"/>
            <a:ext cx="4846320" cy="402336"/>
          </a:xfrm>
          <a:prstGeom prst="rect">
            <a:avLst/>
          </a:prstGeom>
          <a:noFill/>
        </p:spPr>
        <p:txBody>
          <a:bodyPr wrap="square" lIns="0" tIns="9144" rIns="0" bIns="9144">
            <a:spAutoFit/>
          </a:bodyPr>
          <a:lstStyle/>
          <a:p>
            <a:pPr>
              <a:spcAft>
                <a:spcPts val="400"/>
              </a:spcAft>
            </a:pPr>
            <a:r>
              <a:rPr sz="2000" b="1">
                <a:solidFill>
                  <a:srgbClr val="89C977"/>
                </a:solidFill>
                <a:latin typeface="Arial"/>
              </a:rPr>
              <a:t>4 passed, 0 failed</a:t>
            </a:r>
          </a:p>
        </p:txBody>
      </p:sp>
      <p:sp>
        <p:nvSpPr>
          <p:cNvPr id="11" name="TextBox 10"/>
          <p:cNvSpPr txBox="1"/>
          <p:nvPr/>
        </p:nvSpPr>
        <p:spPr>
          <a:xfrm>
            <a:off x="768096" y="5824728"/>
            <a:ext cx="10515600" cy="320040"/>
          </a:xfrm>
          <a:prstGeom prst="rect">
            <a:avLst/>
          </a:prstGeom>
          <a:noFill/>
        </p:spPr>
        <p:txBody>
          <a:bodyPr wrap="square" lIns="0" tIns="9144" rIns="0" bIns="9144">
            <a:spAutoFit/>
          </a:bodyPr>
          <a:lstStyle/>
          <a:p>
            <a:pPr>
              <a:spcAft>
                <a:spcPts val="400"/>
              </a:spcAft>
            </a:pPr>
            <a:r>
              <a:rPr sz="1480" b="0" dirty="0">
                <a:solidFill>
                  <a:srgbClr val="F2D47F"/>
                </a:solidFill>
                <a:latin typeface="Arial"/>
              </a:rPr>
              <a:t>Failure detail: expected overflow warning, but observed −2147483648 in this Visual Studio run.</a:t>
            </a:r>
          </a:p>
        </p:txBody>
      </p:sp>
      <p:pic>
        <p:nvPicPr>
          <p:cNvPr id="17" name="Audio 16">
            <a:hlinkClick r:id="" action="ppaction://media"/>
            <a:extLst>
              <a:ext uri="{FF2B5EF4-FFF2-40B4-BE49-F238E27FC236}">
                <a16:creationId xmlns:a16="http://schemas.microsoft.com/office/drawing/2014/main" id="{668B500F-722D-4BDD-A645-2794BA643ACA}"/>
              </a:ext>
            </a:extLst>
          </p:cNvPr>
          <p:cNvPicPr>
            <a:picLocks noChangeAspect="1"/>
          </p:cNvPicPr>
          <p:nvPr>
            <a:audioFile r:link="rId2"/>
            <p:extLst>
              <p:ext uri="{DAA4B4D4-6D71-4841-9C94-3DE7FCFB9230}">
                <p14:media xmlns:p14="http://schemas.microsoft.com/office/powerpoint/2010/main" r:embed="rId1"/>
              </p:ext>
            </p:extLst>
          </p:nvPr>
        </p:nvPicPr>
        <p:blipFill>
          <a:blip r:embed="rId8"/>
          <a:srcRect l="-161075" t="-161075" r="-161075" b="-161075"/>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22568"/>
    </mc:Choice>
    <mc:Fallback>
      <p:transition spd="slow" advTm="2256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7"/>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6">
            <a:alphaModFix/>
          </a:blip>
          <a:srcRect/>
          <a:stretch/>
        </p:blipFill>
        <p:spPr>
          <a:xfrm>
            <a:off x="2127250" y="2199481"/>
            <a:ext cx="7937500" cy="4013200"/>
          </a:xfrm>
          <a:prstGeom prst="rect">
            <a:avLst/>
          </a:prstGeom>
          <a:noFill/>
          <a:ln>
            <a:noFill/>
          </a:ln>
        </p:spPr>
      </p:pic>
      <p:pic>
        <p:nvPicPr>
          <p:cNvPr id="204" name="Google Shape;204;p9" descr="Green Pace logo"/>
          <p:cNvPicPr preferRelativeResize="0"/>
          <p:nvPr/>
        </p:nvPicPr>
        <p:blipFill>
          <a:blip r:embed="rId7">
            <a:alphaModFix/>
          </a:blip>
          <a:stretch>
            <a:fillRect/>
          </a:stretch>
        </p:blipFill>
        <p:spPr>
          <a:xfrm>
            <a:off x="11084074" y="5440526"/>
            <a:ext cx="886601" cy="1149225"/>
          </a:xfrm>
          <a:prstGeom prst="rect">
            <a:avLst/>
          </a:prstGeom>
          <a:noFill/>
          <a:ln>
            <a:noFill/>
          </a:ln>
        </p:spPr>
      </p:pic>
      <p:sp>
        <p:nvSpPr>
          <p:cNvPr id="3" name="TextBox 2">
            <a:extLst>
              <a:ext uri="{FF2B5EF4-FFF2-40B4-BE49-F238E27FC236}">
                <a16:creationId xmlns:a16="http://schemas.microsoft.com/office/drawing/2014/main" id="{497F5782-30B4-2039-6B53-C0446F47616E}"/>
              </a:ext>
            </a:extLst>
          </p:cNvPr>
          <p:cNvSpPr txBox="1"/>
          <p:nvPr/>
        </p:nvSpPr>
        <p:spPr>
          <a:xfrm>
            <a:off x="2127250" y="1879441"/>
            <a:ext cx="10607040" cy="320040"/>
          </a:xfrm>
          <a:prstGeom prst="rect">
            <a:avLst/>
          </a:prstGeom>
          <a:noFill/>
        </p:spPr>
        <p:txBody>
          <a:bodyPr wrap="square" lIns="0" tIns="9144" rIns="0" bIns="9144">
            <a:spAutoFit/>
          </a:bodyPr>
          <a:lstStyle/>
          <a:p>
            <a:pPr>
              <a:spcAft>
                <a:spcPts val="400"/>
              </a:spcAft>
            </a:pPr>
            <a:r>
              <a:rPr sz="1850" b="1" dirty="0">
                <a:solidFill>
                  <a:srgbClr val="89C977"/>
                </a:solidFill>
                <a:latin typeface="Arial"/>
              </a:rPr>
              <a:t>Policy checks run at every stage—not only at release.</a:t>
            </a:r>
          </a:p>
        </p:txBody>
      </p:sp>
      <p:pic>
        <p:nvPicPr>
          <p:cNvPr id="9" name="Audio 8">
            <a:hlinkClick r:id="" action="ppaction://media"/>
            <a:extLst>
              <a:ext uri="{FF2B5EF4-FFF2-40B4-BE49-F238E27FC236}">
                <a16:creationId xmlns:a16="http://schemas.microsoft.com/office/drawing/2014/main" id="{9A41996F-E8C5-FA5C-2620-201394BC885A}"/>
              </a:ext>
            </a:extLst>
          </p:cNvPr>
          <p:cNvPicPr>
            <a:picLocks noChangeAspect="1"/>
          </p:cNvPicPr>
          <p:nvPr>
            <a:audioFile r:link="rId3"/>
            <p:extLst>
              <p:ext uri="{DAA4B4D4-6D71-4841-9C94-3DE7FCFB9230}">
                <p14:media xmlns:p14="http://schemas.microsoft.com/office/powerpoint/2010/main" r:embed="rId2"/>
              </p:ext>
            </p:extLst>
          </p:nvPr>
        </p:nvPicPr>
        <p:blipFill>
          <a:blip r:embed="rId8"/>
          <a:srcRect l="-161075" t="-161075" r="-161075" b="-161075"/>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24689"/>
    </mc:Choice>
    <mc:Fallback>
      <p:transition spd="slow" advTm="2468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TOOLS</a:t>
            </a:r>
            <a:endParaRPr/>
          </a:p>
        </p:txBody>
      </p:sp>
      <p:pic>
        <p:nvPicPr>
          <p:cNvPr id="211" name="Google Shape;211;p10"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sp>
        <p:nvSpPr>
          <p:cNvPr id="5" name="Rounded Rectangle 211">
            <a:extLst>
              <a:ext uri="{FF2B5EF4-FFF2-40B4-BE49-F238E27FC236}">
                <a16:creationId xmlns:a16="http://schemas.microsoft.com/office/drawing/2014/main" id="{C4BCFEBA-E31B-549B-503D-3D826904BB00}"/>
              </a:ext>
            </a:extLst>
          </p:cNvPr>
          <p:cNvSpPr/>
          <p:nvPr/>
        </p:nvSpPr>
        <p:spPr>
          <a:xfrm>
            <a:off x="749808" y="2231136"/>
            <a:ext cx="5349240" cy="1536192"/>
          </a:xfrm>
          <a:prstGeom prst="roundRect">
            <a:avLst/>
          </a:prstGeom>
          <a:solidFill>
            <a:srgbClr val="0E1B11"/>
          </a:solidFill>
          <a:ln>
            <a:solidFill>
              <a:srgbClr val="435B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CF9F118B-5D81-2744-3809-3103842ABE76}"/>
              </a:ext>
            </a:extLst>
          </p:cNvPr>
          <p:cNvSpPr txBox="1"/>
          <p:nvPr/>
        </p:nvSpPr>
        <p:spPr>
          <a:xfrm>
            <a:off x="914400" y="2359152"/>
            <a:ext cx="5020055" cy="347472"/>
          </a:xfrm>
          <a:prstGeom prst="rect">
            <a:avLst/>
          </a:prstGeom>
          <a:noFill/>
        </p:spPr>
        <p:txBody>
          <a:bodyPr wrap="square" lIns="0" tIns="9144" rIns="0" bIns="9144">
            <a:spAutoFit/>
          </a:bodyPr>
          <a:lstStyle/>
          <a:p>
            <a:pPr>
              <a:spcAft>
                <a:spcPts val="400"/>
              </a:spcAft>
            </a:pPr>
            <a:r>
              <a:rPr sz="1900" b="1">
                <a:solidFill>
                  <a:srgbClr val="89C977"/>
                </a:solidFill>
                <a:latin typeface="Arial"/>
              </a:rPr>
              <a:t>CREATE + BUILD</a:t>
            </a:r>
          </a:p>
        </p:txBody>
      </p:sp>
      <p:sp>
        <p:nvSpPr>
          <p:cNvPr id="9" name="TextBox 8">
            <a:extLst>
              <a:ext uri="{FF2B5EF4-FFF2-40B4-BE49-F238E27FC236}">
                <a16:creationId xmlns:a16="http://schemas.microsoft.com/office/drawing/2014/main" id="{14029BF1-4056-4A7B-813D-CD0A75DD3B90}"/>
              </a:ext>
            </a:extLst>
          </p:cNvPr>
          <p:cNvSpPr txBox="1"/>
          <p:nvPr/>
        </p:nvSpPr>
        <p:spPr>
          <a:xfrm>
            <a:off x="914400" y="2743200"/>
            <a:ext cx="5020055" cy="896112"/>
          </a:xfrm>
          <a:prstGeom prst="rect">
            <a:avLst/>
          </a:prstGeom>
          <a:noFill/>
        </p:spPr>
        <p:txBody>
          <a:bodyPr wrap="square" lIns="0" tIns="9144" rIns="0" bIns="9144">
            <a:spAutoFit/>
          </a:bodyPr>
          <a:lstStyle/>
          <a:p>
            <a:pPr>
              <a:spcAft>
                <a:spcPts val="400"/>
              </a:spcAft>
            </a:pPr>
            <a:r>
              <a:rPr sz="1600" b="0">
                <a:solidFill>
                  <a:srgbClr val="F5F8F5"/>
                </a:solidFill>
                <a:latin typeface="Arial"/>
              </a:rPr>
              <a:t>Compiler diagnostics; Clang-Tidy; Clang Static Analyzer; CodeQL.</a:t>
            </a:r>
          </a:p>
        </p:txBody>
      </p:sp>
      <p:sp>
        <p:nvSpPr>
          <p:cNvPr id="11" name="Rounded Rectangle 214">
            <a:extLst>
              <a:ext uri="{FF2B5EF4-FFF2-40B4-BE49-F238E27FC236}">
                <a16:creationId xmlns:a16="http://schemas.microsoft.com/office/drawing/2014/main" id="{6652C199-AD14-3908-B908-E9257F2A11CD}"/>
              </a:ext>
            </a:extLst>
          </p:cNvPr>
          <p:cNvSpPr/>
          <p:nvPr/>
        </p:nvSpPr>
        <p:spPr>
          <a:xfrm>
            <a:off x="6245352" y="2231136"/>
            <a:ext cx="5193792" cy="1536192"/>
          </a:xfrm>
          <a:prstGeom prst="roundRect">
            <a:avLst/>
          </a:prstGeom>
          <a:solidFill>
            <a:srgbClr val="0E1B11"/>
          </a:solidFill>
          <a:ln>
            <a:solidFill>
              <a:srgbClr val="435B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E0604A1C-8079-1E39-490E-10A170F12ED5}"/>
              </a:ext>
            </a:extLst>
          </p:cNvPr>
          <p:cNvSpPr txBox="1"/>
          <p:nvPr/>
        </p:nvSpPr>
        <p:spPr>
          <a:xfrm>
            <a:off x="6409944" y="2359152"/>
            <a:ext cx="4864607" cy="347472"/>
          </a:xfrm>
          <a:prstGeom prst="rect">
            <a:avLst/>
          </a:prstGeom>
          <a:noFill/>
        </p:spPr>
        <p:txBody>
          <a:bodyPr wrap="square" lIns="0" tIns="9144" rIns="0" bIns="9144">
            <a:spAutoFit/>
          </a:bodyPr>
          <a:lstStyle/>
          <a:p>
            <a:pPr>
              <a:spcAft>
                <a:spcPts val="400"/>
              </a:spcAft>
            </a:pPr>
            <a:r>
              <a:rPr sz="1900" b="1">
                <a:solidFill>
                  <a:srgbClr val="89C977"/>
                </a:solidFill>
                <a:latin typeface="Arial"/>
              </a:rPr>
              <a:t>VERIFY</a:t>
            </a:r>
          </a:p>
        </p:txBody>
      </p:sp>
      <p:sp>
        <p:nvSpPr>
          <p:cNvPr id="15" name="TextBox 14">
            <a:extLst>
              <a:ext uri="{FF2B5EF4-FFF2-40B4-BE49-F238E27FC236}">
                <a16:creationId xmlns:a16="http://schemas.microsoft.com/office/drawing/2014/main" id="{EB82AEDA-6431-37BA-8972-0853B7090A82}"/>
              </a:ext>
            </a:extLst>
          </p:cNvPr>
          <p:cNvSpPr txBox="1"/>
          <p:nvPr/>
        </p:nvSpPr>
        <p:spPr>
          <a:xfrm>
            <a:off x="6409944" y="2743200"/>
            <a:ext cx="4864607" cy="896112"/>
          </a:xfrm>
          <a:prstGeom prst="rect">
            <a:avLst/>
          </a:prstGeom>
          <a:noFill/>
        </p:spPr>
        <p:txBody>
          <a:bodyPr wrap="square" lIns="0" tIns="9144" rIns="0" bIns="9144">
            <a:spAutoFit/>
          </a:bodyPr>
          <a:lstStyle/>
          <a:p>
            <a:pPr>
              <a:spcAft>
                <a:spcPts val="400"/>
              </a:spcAft>
            </a:pPr>
            <a:r>
              <a:rPr sz="1600" b="0">
                <a:solidFill>
                  <a:srgbClr val="F5F8F5"/>
                </a:solidFill>
                <a:latin typeface="Arial"/>
              </a:rPr>
              <a:t>GoogleTest behavioral and boundary tests; ASan; Clang UBSan.</a:t>
            </a:r>
          </a:p>
        </p:txBody>
      </p:sp>
      <p:sp>
        <p:nvSpPr>
          <p:cNvPr id="17" name="Rounded Rectangle 217">
            <a:extLst>
              <a:ext uri="{FF2B5EF4-FFF2-40B4-BE49-F238E27FC236}">
                <a16:creationId xmlns:a16="http://schemas.microsoft.com/office/drawing/2014/main" id="{950227D4-8025-3961-51F7-6E3EFC8C0C0C}"/>
              </a:ext>
            </a:extLst>
          </p:cNvPr>
          <p:cNvSpPr/>
          <p:nvPr/>
        </p:nvSpPr>
        <p:spPr>
          <a:xfrm>
            <a:off x="749808" y="3959352"/>
            <a:ext cx="5349240" cy="1481328"/>
          </a:xfrm>
          <a:prstGeom prst="roundRect">
            <a:avLst/>
          </a:prstGeom>
          <a:solidFill>
            <a:srgbClr val="0E1B11"/>
          </a:solidFill>
          <a:ln>
            <a:solidFill>
              <a:srgbClr val="435B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7CB7541D-5B10-2F37-626F-8BFE6B34FE88}"/>
              </a:ext>
            </a:extLst>
          </p:cNvPr>
          <p:cNvSpPr txBox="1"/>
          <p:nvPr/>
        </p:nvSpPr>
        <p:spPr>
          <a:xfrm>
            <a:off x="914400" y="4087368"/>
            <a:ext cx="5020055" cy="347472"/>
          </a:xfrm>
          <a:prstGeom prst="rect">
            <a:avLst/>
          </a:prstGeom>
          <a:noFill/>
        </p:spPr>
        <p:txBody>
          <a:bodyPr wrap="square" lIns="0" tIns="9144" rIns="0" bIns="9144">
            <a:spAutoFit/>
          </a:bodyPr>
          <a:lstStyle/>
          <a:p>
            <a:pPr>
              <a:spcAft>
                <a:spcPts val="400"/>
              </a:spcAft>
            </a:pPr>
            <a:r>
              <a:rPr sz="1900" b="1">
                <a:solidFill>
                  <a:srgbClr val="89C977"/>
                </a:solidFill>
                <a:latin typeface="Arial"/>
              </a:rPr>
              <a:t>PRE-PRODUCTION</a:t>
            </a:r>
          </a:p>
        </p:txBody>
      </p:sp>
      <p:sp>
        <p:nvSpPr>
          <p:cNvPr id="21" name="TextBox 20">
            <a:extLst>
              <a:ext uri="{FF2B5EF4-FFF2-40B4-BE49-F238E27FC236}">
                <a16:creationId xmlns:a16="http://schemas.microsoft.com/office/drawing/2014/main" id="{FF5F13ED-39AB-80F4-954B-A22400CFBBC7}"/>
              </a:ext>
            </a:extLst>
          </p:cNvPr>
          <p:cNvSpPr txBox="1"/>
          <p:nvPr/>
        </p:nvSpPr>
        <p:spPr>
          <a:xfrm>
            <a:off x="914400" y="4471416"/>
            <a:ext cx="5020055" cy="841248"/>
          </a:xfrm>
          <a:prstGeom prst="rect">
            <a:avLst/>
          </a:prstGeom>
          <a:noFill/>
        </p:spPr>
        <p:txBody>
          <a:bodyPr wrap="square" lIns="0" tIns="9144" rIns="0" bIns="9144">
            <a:spAutoFit/>
          </a:bodyPr>
          <a:lstStyle/>
          <a:p>
            <a:pPr>
              <a:spcAft>
                <a:spcPts val="400"/>
              </a:spcAft>
            </a:pPr>
            <a:r>
              <a:rPr sz="1600" b="0">
                <a:solidFill>
                  <a:srgbClr val="F5F8F5"/>
                </a:solidFill>
                <a:latin typeface="Arial"/>
              </a:rPr>
              <a:t>Integration, malicious-input and sanitizer-enabled test suites.</a:t>
            </a:r>
          </a:p>
        </p:txBody>
      </p:sp>
      <p:sp>
        <p:nvSpPr>
          <p:cNvPr id="23" name="Rounded Rectangle 220">
            <a:extLst>
              <a:ext uri="{FF2B5EF4-FFF2-40B4-BE49-F238E27FC236}">
                <a16:creationId xmlns:a16="http://schemas.microsoft.com/office/drawing/2014/main" id="{47B042E1-E2FD-49AF-B39D-3CE8515703ED}"/>
              </a:ext>
            </a:extLst>
          </p:cNvPr>
          <p:cNvSpPr/>
          <p:nvPr/>
        </p:nvSpPr>
        <p:spPr>
          <a:xfrm>
            <a:off x="6245352" y="3959352"/>
            <a:ext cx="5193792" cy="1481328"/>
          </a:xfrm>
          <a:prstGeom prst="roundRect">
            <a:avLst/>
          </a:prstGeom>
          <a:solidFill>
            <a:srgbClr val="0E1B11"/>
          </a:solidFill>
          <a:ln>
            <a:solidFill>
              <a:srgbClr val="435B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a:extLst>
              <a:ext uri="{FF2B5EF4-FFF2-40B4-BE49-F238E27FC236}">
                <a16:creationId xmlns:a16="http://schemas.microsoft.com/office/drawing/2014/main" id="{286A4840-B337-BB41-E8C0-0E2FF782AE50}"/>
              </a:ext>
            </a:extLst>
          </p:cNvPr>
          <p:cNvSpPr txBox="1"/>
          <p:nvPr/>
        </p:nvSpPr>
        <p:spPr>
          <a:xfrm>
            <a:off x="6409944" y="4087368"/>
            <a:ext cx="4864607" cy="347472"/>
          </a:xfrm>
          <a:prstGeom prst="rect">
            <a:avLst/>
          </a:prstGeom>
          <a:noFill/>
        </p:spPr>
        <p:txBody>
          <a:bodyPr wrap="square" lIns="0" tIns="9144" rIns="0" bIns="9144">
            <a:spAutoFit/>
          </a:bodyPr>
          <a:lstStyle/>
          <a:p>
            <a:pPr>
              <a:spcAft>
                <a:spcPts val="400"/>
              </a:spcAft>
            </a:pPr>
            <a:r>
              <a:rPr sz="1900" b="1">
                <a:solidFill>
                  <a:srgbClr val="89C977"/>
                </a:solidFill>
                <a:latin typeface="Arial"/>
              </a:rPr>
              <a:t>PROMOTE + MONITOR</a:t>
            </a:r>
          </a:p>
        </p:txBody>
      </p:sp>
      <p:sp>
        <p:nvSpPr>
          <p:cNvPr id="27" name="TextBox 26">
            <a:extLst>
              <a:ext uri="{FF2B5EF4-FFF2-40B4-BE49-F238E27FC236}">
                <a16:creationId xmlns:a16="http://schemas.microsoft.com/office/drawing/2014/main" id="{50A95F67-76B5-FC59-622B-5180A96AC3A5}"/>
              </a:ext>
            </a:extLst>
          </p:cNvPr>
          <p:cNvSpPr txBox="1"/>
          <p:nvPr/>
        </p:nvSpPr>
        <p:spPr>
          <a:xfrm>
            <a:off x="6409944" y="4471416"/>
            <a:ext cx="4864607" cy="841248"/>
          </a:xfrm>
          <a:prstGeom prst="rect">
            <a:avLst/>
          </a:prstGeom>
          <a:noFill/>
        </p:spPr>
        <p:txBody>
          <a:bodyPr wrap="square" lIns="0" tIns="9144" rIns="0" bIns="9144">
            <a:spAutoFit/>
          </a:bodyPr>
          <a:lstStyle/>
          <a:p>
            <a:pPr>
              <a:spcAft>
                <a:spcPts val="400"/>
              </a:spcAft>
            </a:pPr>
            <a:r>
              <a:rPr sz="1600" b="0">
                <a:solidFill>
                  <a:srgbClr val="F5F8F5"/>
                </a:solidFill>
                <a:latin typeface="Arial"/>
              </a:rPr>
              <a:t>Block high-priority failures; preserve reports; review audit logs.</a:t>
            </a:r>
          </a:p>
        </p:txBody>
      </p:sp>
      <p:sp>
        <p:nvSpPr>
          <p:cNvPr id="29" name="TextBox 28">
            <a:extLst>
              <a:ext uri="{FF2B5EF4-FFF2-40B4-BE49-F238E27FC236}">
                <a16:creationId xmlns:a16="http://schemas.microsoft.com/office/drawing/2014/main" id="{44501A3D-7B64-60CB-11A6-591CCE4E15B2}"/>
              </a:ext>
            </a:extLst>
          </p:cNvPr>
          <p:cNvSpPr txBox="1"/>
          <p:nvPr/>
        </p:nvSpPr>
        <p:spPr>
          <a:xfrm>
            <a:off x="777240" y="5751576"/>
            <a:ext cx="10634472" cy="393192"/>
          </a:xfrm>
          <a:prstGeom prst="rect">
            <a:avLst/>
          </a:prstGeom>
          <a:noFill/>
        </p:spPr>
        <p:txBody>
          <a:bodyPr wrap="square" lIns="0" tIns="9144" rIns="0" bIns="9144">
            <a:spAutoFit/>
          </a:bodyPr>
          <a:lstStyle/>
          <a:p>
            <a:pPr>
              <a:spcAft>
                <a:spcPts val="400"/>
              </a:spcAft>
            </a:pPr>
            <a:r>
              <a:rPr sz="1410" b="0">
                <a:solidFill>
                  <a:srgbClr val="F2D47F"/>
                </a:solidFill>
                <a:latin typeface="Arial"/>
              </a:rPr>
              <a:t>GoogleTest was demonstrated here; other listed analyzers are recommended automated pipeline controls.</a:t>
            </a:r>
          </a:p>
        </p:txBody>
      </p:sp>
      <p:pic>
        <p:nvPicPr>
          <p:cNvPr id="20" name="Audio 19">
            <a:hlinkClick r:id="" action="ppaction://media"/>
            <a:extLst>
              <a:ext uri="{FF2B5EF4-FFF2-40B4-BE49-F238E27FC236}">
                <a16:creationId xmlns:a16="http://schemas.microsoft.com/office/drawing/2014/main" id="{74974086-A815-AD55-9573-343820E77945}"/>
              </a:ext>
            </a:extLst>
          </p:cNvPr>
          <p:cNvPicPr>
            <a:picLocks noChangeAspect="1"/>
          </p:cNvPicPr>
          <p:nvPr>
            <a:audioFile r:link="rId3"/>
            <p:extLst>
              <p:ext uri="{DAA4B4D4-6D71-4841-9C94-3DE7FCFB9230}">
                <p14:media xmlns:p14="http://schemas.microsoft.com/office/powerpoint/2010/main" r:embed="rId2"/>
              </p:ext>
            </p:extLst>
          </p:nvPr>
        </p:nvPicPr>
        <p:blipFill>
          <a:blip r:embed="rId7"/>
          <a:srcRect l="-161075" t="-161075" r="-161075" b="-161075"/>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24472"/>
    </mc:Choice>
    <mc:Fallback>
      <p:transition spd="slow" advTm="2447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0"/>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RISKS AND BENEFITS</a:t>
            </a:r>
            <a:endParaRPr/>
          </a:p>
        </p:txBody>
      </p:sp>
      <p:pic>
        <p:nvPicPr>
          <p:cNvPr id="218" name="Google Shape;218;p11"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sp>
        <p:nvSpPr>
          <p:cNvPr id="5" name="Rounded Rectangle 218">
            <a:extLst>
              <a:ext uri="{FF2B5EF4-FFF2-40B4-BE49-F238E27FC236}">
                <a16:creationId xmlns:a16="http://schemas.microsoft.com/office/drawing/2014/main" id="{D5204F6F-E908-830C-77CF-188084465B7A}"/>
              </a:ext>
            </a:extLst>
          </p:cNvPr>
          <p:cNvSpPr/>
          <p:nvPr/>
        </p:nvSpPr>
        <p:spPr>
          <a:xfrm>
            <a:off x="694944" y="2240280"/>
            <a:ext cx="3547872" cy="3319272"/>
          </a:xfrm>
          <a:prstGeom prst="roundRect">
            <a:avLst/>
          </a:prstGeom>
          <a:solidFill>
            <a:srgbClr val="0E1B11"/>
          </a:solidFill>
          <a:ln>
            <a:solidFill>
              <a:srgbClr val="435B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4BCC6E44-86E1-3FBA-F724-FCCD15C45F61}"/>
              </a:ext>
            </a:extLst>
          </p:cNvPr>
          <p:cNvSpPr txBox="1"/>
          <p:nvPr/>
        </p:nvSpPr>
        <p:spPr>
          <a:xfrm>
            <a:off x="859536" y="2368296"/>
            <a:ext cx="3218688" cy="347472"/>
          </a:xfrm>
          <a:prstGeom prst="rect">
            <a:avLst/>
          </a:prstGeom>
          <a:noFill/>
        </p:spPr>
        <p:txBody>
          <a:bodyPr wrap="square" lIns="0" tIns="9144" rIns="0" bIns="9144">
            <a:spAutoFit/>
          </a:bodyPr>
          <a:lstStyle/>
          <a:p>
            <a:pPr>
              <a:spcAft>
                <a:spcPts val="400"/>
              </a:spcAft>
            </a:pPr>
            <a:r>
              <a:rPr sz="1900" b="1">
                <a:solidFill>
                  <a:srgbClr val="89C977"/>
                </a:solidFill>
                <a:latin typeface="Arial"/>
              </a:rPr>
              <a:t>SQL INJECTION · LEVEL 5</a:t>
            </a:r>
          </a:p>
        </p:txBody>
      </p:sp>
      <p:sp>
        <p:nvSpPr>
          <p:cNvPr id="9" name="TextBox 8">
            <a:extLst>
              <a:ext uri="{FF2B5EF4-FFF2-40B4-BE49-F238E27FC236}">
                <a16:creationId xmlns:a16="http://schemas.microsoft.com/office/drawing/2014/main" id="{2E5B2B98-E38E-6918-4F1D-C610028A39E5}"/>
              </a:ext>
            </a:extLst>
          </p:cNvPr>
          <p:cNvSpPr txBox="1"/>
          <p:nvPr/>
        </p:nvSpPr>
        <p:spPr>
          <a:xfrm>
            <a:off x="859536" y="2752344"/>
            <a:ext cx="3218688" cy="2679191"/>
          </a:xfrm>
          <a:prstGeom prst="rect">
            <a:avLst/>
          </a:prstGeom>
          <a:noFill/>
        </p:spPr>
        <p:txBody>
          <a:bodyPr wrap="square" lIns="0" tIns="9144" rIns="0" bIns="9144">
            <a:spAutoFit/>
          </a:bodyPr>
          <a:lstStyle/>
          <a:p>
            <a:pPr>
              <a:spcAft>
                <a:spcPts val="400"/>
              </a:spcAft>
            </a:pPr>
            <a:r>
              <a:rPr sz="1650" b="0">
                <a:solidFill>
                  <a:srgbClr val="F5F8F5"/>
                </a:solidFill>
                <a:latin typeface="Arial"/>
              </a:rPr>
              <a:t>Act now: use parameterized queries and scan SQL flows.</a:t>
            </a:r>
          </a:p>
          <a:p>
            <a:pPr>
              <a:spcAft>
                <a:spcPts val="400"/>
              </a:spcAft>
            </a:pPr>
            <a:endParaRPr sz="1650" b="0">
              <a:solidFill>
                <a:srgbClr val="F5F8F5"/>
              </a:solidFill>
              <a:latin typeface="Arial"/>
            </a:endParaRPr>
          </a:p>
          <a:p>
            <a:pPr>
              <a:spcAft>
                <a:spcPts val="400"/>
              </a:spcAft>
            </a:pPr>
            <a:r>
              <a:rPr sz="1650" b="0">
                <a:solidFill>
                  <a:srgbClr val="F5F8F5"/>
                </a:solidFill>
                <a:latin typeface="Arial"/>
              </a:rPr>
              <a:t>Wait: potential unauthorized queries, data exposure and greater cleanup cost.</a:t>
            </a:r>
          </a:p>
        </p:txBody>
      </p:sp>
      <p:sp>
        <p:nvSpPr>
          <p:cNvPr id="11" name="Rounded Rectangle 221">
            <a:extLst>
              <a:ext uri="{FF2B5EF4-FFF2-40B4-BE49-F238E27FC236}">
                <a16:creationId xmlns:a16="http://schemas.microsoft.com/office/drawing/2014/main" id="{8A32FE89-EDB8-D6CC-3E12-96E4F691938C}"/>
              </a:ext>
            </a:extLst>
          </p:cNvPr>
          <p:cNvSpPr/>
          <p:nvPr/>
        </p:nvSpPr>
        <p:spPr>
          <a:xfrm>
            <a:off x="4334256" y="2240280"/>
            <a:ext cx="3547872" cy="3319272"/>
          </a:xfrm>
          <a:prstGeom prst="roundRect">
            <a:avLst/>
          </a:prstGeom>
          <a:solidFill>
            <a:srgbClr val="0E1B11"/>
          </a:solidFill>
          <a:ln>
            <a:solidFill>
              <a:srgbClr val="435B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B600EED5-7942-115C-C61B-F0E7C5E98859}"/>
              </a:ext>
            </a:extLst>
          </p:cNvPr>
          <p:cNvSpPr txBox="1"/>
          <p:nvPr/>
        </p:nvSpPr>
        <p:spPr>
          <a:xfrm>
            <a:off x="4498848" y="2368296"/>
            <a:ext cx="3218688" cy="347472"/>
          </a:xfrm>
          <a:prstGeom prst="rect">
            <a:avLst/>
          </a:prstGeom>
          <a:noFill/>
        </p:spPr>
        <p:txBody>
          <a:bodyPr wrap="square" lIns="0" tIns="9144" rIns="0" bIns="9144">
            <a:spAutoFit/>
          </a:bodyPr>
          <a:lstStyle/>
          <a:p>
            <a:pPr>
              <a:spcAft>
                <a:spcPts val="400"/>
              </a:spcAft>
            </a:pPr>
            <a:r>
              <a:rPr sz="1900" b="1">
                <a:solidFill>
                  <a:srgbClr val="89C977"/>
                </a:solidFill>
                <a:latin typeface="Arial"/>
              </a:rPr>
              <a:t>USE-AFTER-FREE · LEVEL 5</a:t>
            </a:r>
          </a:p>
        </p:txBody>
      </p:sp>
      <p:sp>
        <p:nvSpPr>
          <p:cNvPr id="15" name="TextBox 14">
            <a:extLst>
              <a:ext uri="{FF2B5EF4-FFF2-40B4-BE49-F238E27FC236}">
                <a16:creationId xmlns:a16="http://schemas.microsoft.com/office/drawing/2014/main" id="{4D78E33A-1D71-625F-15EF-3802FF7E6831}"/>
              </a:ext>
            </a:extLst>
          </p:cNvPr>
          <p:cNvSpPr txBox="1"/>
          <p:nvPr/>
        </p:nvSpPr>
        <p:spPr>
          <a:xfrm>
            <a:off x="4498848" y="2752344"/>
            <a:ext cx="3218688" cy="2679191"/>
          </a:xfrm>
          <a:prstGeom prst="rect">
            <a:avLst/>
          </a:prstGeom>
          <a:noFill/>
        </p:spPr>
        <p:txBody>
          <a:bodyPr wrap="square" lIns="0" tIns="9144" rIns="0" bIns="9144">
            <a:spAutoFit/>
          </a:bodyPr>
          <a:lstStyle/>
          <a:p>
            <a:pPr>
              <a:spcAft>
                <a:spcPts val="400"/>
              </a:spcAft>
            </a:pPr>
            <a:r>
              <a:rPr sz="1650" b="0">
                <a:solidFill>
                  <a:srgbClr val="F5F8F5"/>
                </a:solidFill>
                <a:latin typeface="Arial"/>
              </a:rPr>
              <a:t>Act now: enforce object lifetime rules and sanitizer tests.</a:t>
            </a:r>
          </a:p>
          <a:p>
            <a:pPr>
              <a:spcAft>
                <a:spcPts val="400"/>
              </a:spcAft>
            </a:pPr>
            <a:endParaRPr sz="1650" b="0">
              <a:solidFill>
                <a:srgbClr val="F5F8F5"/>
              </a:solidFill>
              <a:latin typeface="Arial"/>
            </a:endParaRPr>
          </a:p>
          <a:p>
            <a:pPr>
              <a:spcAft>
                <a:spcPts val="400"/>
              </a:spcAft>
            </a:pPr>
            <a:r>
              <a:rPr sz="1650" b="0">
                <a:solidFill>
                  <a:srgbClr val="F5F8F5"/>
                </a:solidFill>
                <a:latin typeface="Arial"/>
              </a:rPr>
              <a:t>Wait: crashes, undefined behavior and possible exploit paths.</a:t>
            </a:r>
          </a:p>
        </p:txBody>
      </p:sp>
      <p:sp>
        <p:nvSpPr>
          <p:cNvPr id="17" name="Rounded Rectangle 224">
            <a:extLst>
              <a:ext uri="{FF2B5EF4-FFF2-40B4-BE49-F238E27FC236}">
                <a16:creationId xmlns:a16="http://schemas.microsoft.com/office/drawing/2014/main" id="{196CCC0A-2673-6C38-7ED2-A35CAE6AEF1E}"/>
              </a:ext>
            </a:extLst>
          </p:cNvPr>
          <p:cNvSpPr/>
          <p:nvPr/>
        </p:nvSpPr>
        <p:spPr>
          <a:xfrm>
            <a:off x="7973568" y="2240280"/>
            <a:ext cx="3547872" cy="3319272"/>
          </a:xfrm>
          <a:prstGeom prst="roundRect">
            <a:avLst/>
          </a:prstGeom>
          <a:solidFill>
            <a:srgbClr val="0E1B11"/>
          </a:solidFill>
          <a:ln>
            <a:solidFill>
              <a:srgbClr val="435B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5BCBB458-9CC2-4C97-B746-0939B0DED3FA}"/>
              </a:ext>
            </a:extLst>
          </p:cNvPr>
          <p:cNvSpPr txBox="1"/>
          <p:nvPr/>
        </p:nvSpPr>
        <p:spPr>
          <a:xfrm>
            <a:off x="8138160" y="2368296"/>
            <a:ext cx="3218688" cy="347472"/>
          </a:xfrm>
          <a:prstGeom prst="rect">
            <a:avLst/>
          </a:prstGeom>
          <a:noFill/>
        </p:spPr>
        <p:txBody>
          <a:bodyPr wrap="square" lIns="0" tIns="9144" rIns="0" bIns="9144">
            <a:spAutoFit/>
          </a:bodyPr>
          <a:lstStyle/>
          <a:p>
            <a:pPr>
              <a:spcAft>
                <a:spcPts val="400"/>
              </a:spcAft>
            </a:pPr>
            <a:r>
              <a:rPr sz="1900" b="1">
                <a:solidFill>
                  <a:srgbClr val="89C977"/>
                </a:solidFill>
                <a:latin typeface="Arial"/>
              </a:rPr>
              <a:t>TEST AUTOMATION</a:t>
            </a:r>
          </a:p>
        </p:txBody>
      </p:sp>
      <p:sp>
        <p:nvSpPr>
          <p:cNvPr id="21" name="TextBox 20">
            <a:extLst>
              <a:ext uri="{FF2B5EF4-FFF2-40B4-BE49-F238E27FC236}">
                <a16:creationId xmlns:a16="http://schemas.microsoft.com/office/drawing/2014/main" id="{48B759E3-AD0A-16FD-68A3-61D575E1037B}"/>
              </a:ext>
            </a:extLst>
          </p:cNvPr>
          <p:cNvSpPr txBox="1"/>
          <p:nvPr/>
        </p:nvSpPr>
        <p:spPr>
          <a:xfrm>
            <a:off x="8138160" y="2752344"/>
            <a:ext cx="3218688" cy="2679191"/>
          </a:xfrm>
          <a:prstGeom prst="rect">
            <a:avLst/>
          </a:prstGeom>
          <a:noFill/>
        </p:spPr>
        <p:txBody>
          <a:bodyPr wrap="square" lIns="0" tIns="9144" rIns="0" bIns="9144">
            <a:spAutoFit/>
          </a:bodyPr>
          <a:lstStyle/>
          <a:p>
            <a:pPr>
              <a:spcAft>
                <a:spcPts val="400"/>
              </a:spcAft>
            </a:pPr>
            <a:r>
              <a:rPr sz="1650" b="0">
                <a:solidFill>
                  <a:srgbClr val="F5F8F5"/>
                </a:solidFill>
                <a:latin typeface="Arial"/>
              </a:rPr>
              <a:t>Act now: add repeatable tests and CI checks.</a:t>
            </a:r>
          </a:p>
          <a:p>
            <a:pPr>
              <a:spcAft>
                <a:spcPts val="400"/>
              </a:spcAft>
            </a:pPr>
            <a:endParaRPr sz="1650" b="0">
              <a:solidFill>
                <a:srgbClr val="F5F8F5"/>
              </a:solidFill>
              <a:latin typeface="Arial"/>
            </a:endParaRPr>
          </a:p>
          <a:p>
            <a:pPr>
              <a:spcAft>
                <a:spcPts val="400"/>
              </a:spcAft>
            </a:pPr>
            <a:r>
              <a:rPr sz="1650" b="0">
                <a:solidFill>
                  <a:srgbClr val="F5F8F5"/>
                </a:solidFill>
                <a:latin typeface="Arial"/>
              </a:rPr>
              <a:t>Wait: regressions can persist until release; setup does require time.</a:t>
            </a:r>
          </a:p>
        </p:txBody>
      </p:sp>
      <p:sp>
        <p:nvSpPr>
          <p:cNvPr id="23" name="TextBox 22">
            <a:extLst>
              <a:ext uri="{FF2B5EF4-FFF2-40B4-BE49-F238E27FC236}">
                <a16:creationId xmlns:a16="http://schemas.microsoft.com/office/drawing/2014/main" id="{49014C41-8EF7-507A-FB7C-DB1AF291581F}"/>
              </a:ext>
            </a:extLst>
          </p:cNvPr>
          <p:cNvSpPr txBox="1"/>
          <p:nvPr/>
        </p:nvSpPr>
        <p:spPr>
          <a:xfrm>
            <a:off x="768096" y="5797296"/>
            <a:ext cx="10424160" cy="320040"/>
          </a:xfrm>
          <a:prstGeom prst="rect">
            <a:avLst/>
          </a:prstGeom>
          <a:noFill/>
        </p:spPr>
        <p:txBody>
          <a:bodyPr wrap="square" lIns="0" tIns="9144" rIns="0" bIns="9144">
            <a:spAutoFit/>
          </a:bodyPr>
          <a:lstStyle/>
          <a:p>
            <a:pPr>
              <a:spcAft>
                <a:spcPts val="400"/>
              </a:spcAft>
            </a:pPr>
            <a:r>
              <a:rPr sz="1550" b="0">
                <a:solidFill>
                  <a:srgbClr val="F2D47F"/>
                </a:solidFill>
                <a:latin typeface="Arial"/>
              </a:rPr>
              <a:t>Residual risk remains: tests cannot prove the absence of every vulnerability.</a:t>
            </a:r>
          </a:p>
        </p:txBody>
      </p:sp>
      <p:pic>
        <p:nvPicPr>
          <p:cNvPr id="12" name="Audio 11">
            <a:hlinkClick r:id="" action="ppaction://media"/>
            <a:extLst>
              <a:ext uri="{FF2B5EF4-FFF2-40B4-BE49-F238E27FC236}">
                <a16:creationId xmlns:a16="http://schemas.microsoft.com/office/drawing/2014/main" id="{DBCC851C-5E1C-9B42-D9F5-87A8817ECF82}"/>
              </a:ext>
            </a:extLst>
          </p:cNvPr>
          <p:cNvPicPr>
            <a:picLocks noChangeAspect="1"/>
          </p:cNvPicPr>
          <p:nvPr>
            <a:audioFile r:link="rId3"/>
            <p:extLst>
              <p:ext uri="{DAA4B4D4-6D71-4841-9C94-3DE7FCFB9230}">
                <p14:media xmlns:p14="http://schemas.microsoft.com/office/powerpoint/2010/main" r:embed="rId2"/>
              </p:ext>
            </p:extLst>
          </p:nvPr>
        </p:nvPicPr>
        <p:blipFill>
          <a:blip r:embed="rId7"/>
          <a:srcRect l="-161075" t="-161075" r="-161075" b="-161075"/>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21893"/>
    </mc:Choice>
    <mc:Fallback>
      <p:transition spd="slow" advTm="2189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RECOMMENDATIONS</a:t>
            </a:r>
            <a:endParaRPr/>
          </a:p>
        </p:txBody>
      </p:sp>
      <p:pic>
        <p:nvPicPr>
          <p:cNvPr id="225" name="Google Shape;225;p12"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sp>
        <p:nvSpPr>
          <p:cNvPr id="5" name="Rounded Rectangle 225">
            <a:extLst>
              <a:ext uri="{FF2B5EF4-FFF2-40B4-BE49-F238E27FC236}">
                <a16:creationId xmlns:a16="http://schemas.microsoft.com/office/drawing/2014/main" id="{29798DCC-2BD3-E806-3735-6D8442E08A20}"/>
              </a:ext>
            </a:extLst>
          </p:cNvPr>
          <p:cNvSpPr/>
          <p:nvPr/>
        </p:nvSpPr>
        <p:spPr>
          <a:xfrm>
            <a:off x="758952" y="2249424"/>
            <a:ext cx="5294376" cy="3419856"/>
          </a:xfrm>
          <a:prstGeom prst="roundRect">
            <a:avLst/>
          </a:prstGeom>
          <a:solidFill>
            <a:srgbClr val="0E1B11"/>
          </a:solidFill>
          <a:ln>
            <a:solidFill>
              <a:srgbClr val="435B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24855026-434E-FB31-74F1-B4C35596CA97}"/>
              </a:ext>
            </a:extLst>
          </p:cNvPr>
          <p:cNvSpPr txBox="1"/>
          <p:nvPr/>
        </p:nvSpPr>
        <p:spPr>
          <a:xfrm>
            <a:off x="923544" y="2377440"/>
            <a:ext cx="4965192" cy="347472"/>
          </a:xfrm>
          <a:prstGeom prst="rect">
            <a:avLst/>
          </a:prstGeom>
          <a:noFill/>
        </p:spPr>
        <p:txBody>
          <a:bodyPr wrap="square" lIns="0" tIns="9144" rIns="0" bIns="9144">
            <a:spAutoFit/>
          </a:bodyPr>
          <a:lstStyle/>
          <a:p>
            <a:pPr>
              <a:spcAft>
                <a:spcPts val="400"/>
              </a:spcAft>
            </a:pPr>
            <a:r>
              <a:rPr sz="1900" b="1">
                <a:solidFill>
                  <a:srgbClr val="89C977"/>
                </a:solidFill>
                <a:latin typeface="Arial"/>
              </a:rPr>
              <a:t>POLICY GAPS</a:t>
            </a:r>
          </a:p>
        </p:txBody>
      </p:sp>
      <p:sp>
        <p:nvSpPr>
          <p:cNvPr id="9" name="TextBox 8">
            <a:extLst>
              <a:ext uri="{FF2B5EF4-FFF2-40B4-BE49-F238E27FC236}">
                <a16:creationId xmlns:a16="http://schemas.microsoft.com/office/drawing/2014/main" id="{241395FC-1FF2-6C75-04B0-1994E50C93B5}"/>
              </a:ext>
            </a:extLst>
          </p:cNvPr>
          <p:cNvSpPr txBox="1"/>
          <p:nvPr/>
        </p:nvSpPr>
        <p:spPr>
          <a:xfrm>
            <a:off x="923544" y="2761488"/>
            <a:ext cx="4965192" cy="2779776"/>
          </a:xfrm>
          <a:prstGeom prst="rect">
            <a:avLst/>
          </a:prstGeom>
          <a:noFill/>
        </p:spPr>
        <p:txBody>
          <a:bodyPr wrap="square" lIns="0" tIns="9144" rIns="0" bIns="9144">
            <a:spAutoFit/>
          </a:bodyPr>
          <a:lstStyle/>
          <a:p>
            <a:pPr>
              <a:spcAft>
                <a:spcPts val="400"/>
              </a:spcAft>
            </a:pPr>
            <a:r>
              <a:rPr sz="1700" b="0">
                <a:solidFill>
                  <a:srgbClr val="F5F8F5"/>
                </a:solidFill>
                <a:latin typeface="Arial"/>
              </a:rPr>
              <a:t>No explicit STD mapping yet for compiler warnings, secure architecture, default deny or least privilege.</a:t>
            </a:r>
          </a:p>
          <a:p>
            <a:pPr>
              <a:spcAft>
                <a:spcPts val="400"/>
              </a:spcAft>
            </a:pPr>
            <a:endParaRPr sz="1700" b="0">
              <a:solidFill>
                <a:srgbClr val="F5F8F5"/>
              </a:solidFill>
              <a:latin typeface="Arial"/>
            </a:endParaRPr>
          </a:p>
          <a:p>
            <a:pPr>
              <a:spcAft>
                <a:spcPts val="400"/>
              </a:spcAft>
            </a:pPr>
            <a:r>
              <a:rPr sz="1700" b="0">
                <a:solidFill>
                  <a:srgbClr val="F5F8F5"/>
                </a:solidFill>
                <a:latin typeface="Arial"/>
              </a:rPr>
              <a:t>Dependency and supply-chain controls also need coverage.</a:t>
            </a:r>
          </a:p>
        </p:txBody>
      </p:sp>
      <p:sp>
        <p:nvSpPr>
          <p:cNvPr id="11" name="Rounded Rectangle 228">
            <a:extLst>
              <a:ext uri="{FF2B5EF4-FFF2-40B4-BE49-F238E27FC236}">
                <a16:creationId xmlns:a16="http://schemas.microsoft.com/office/drawing/2014/main" id="{C1B81D94-F0E1-CBC1-AD4E-B0B6442E559B}"/>
              </a:ext>
            </a:extLst>
          </p:cNvPr>
          <p:cNvSpPr/>
          <p:nvPr/>
        </p:nvSpPr>
        <p:spPr>
          <a:xfrm>
            <a:off x="6236208" y="2249424"/>
            <a:ext cx="5212080" cy="3419856"/>
          </a:xfrm>
          <a:prstGeom prst="roundRect">
            <a:avLst/>
          </a:prstGeom>
          <a:solidFill>
            <a:srgbClr val="0E1B11"/>
          </a:solidFill>
          <a:ln>
            <a:solidFill>
              <a:srgbClr val="435B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5BA09D2C-3438-ABEF-DD59-28D55B18D550}"/>
              </a:ext>
            </a:extLst>
          </p:cNvPr>
          <p:cNvSpPr txBox="1"/>
          <p:nvPr/>
        </p:nvSpPr>
        <p:spPr>
          <a:xfrm>
            <a:off x="6400800" y="2377440"/>
            <a:ext cx="4882896" cy="347472"/>
          </a:xfrm>
          <a:prstGeom prst="rect">
            <a:avLst/>
          </a:prstGeom>
          <a:noFill/>
        </p:spPr>
        <p:txBody>
          <a:bodyPr wrap="square" lIns="0" tIns="9144" rIns="0" bIns="9144">
            <a:spAutoFit/>
          </a:bodyPr>
          <a:lstStyle/>
          <a:p>
            <a:pPr>
              <a:spcAft>
                <a:spcPts val="400"/>
              </a:spcAft>
            </a:pPr>
            <a:r>
              <a:rPr sz="1900" b="1">
                <a:solidFill>
                  <a:srgbClr val="89C977"/>
                </a:solidFill>
                <a:latin typeface="Arial"/>
              </a:rPr>
              <a:t>NEXT IMPROVEMENTS</a:t>
            </a:r>
          </a:p>
        </p:txBody>
      </p:sp>
      <p:sp>
        <p:nvSpPr>
          <p:cNvPr id="15" name="TextBox 14">
            <a:extLst>
              <a:ext uri="{FF2B5EF4-FFF2-40B4-BE49-F238E27FC236}">
                <a16:creationId xmlns:a16="http://schemas.microsoft.com/office/drawing/2014/main" id="{1E43E4A2-EB43-44A9-5625-1BCC47789A00}"/>
              </a:ext>
            </a:extLst>
          </p:cNvPr>
          <p:cNvSpPr txBox="1"/>
          <p:nvPr/>
        </p:nvSpPr>
        <p:spPr>
          <a:xfrm>
            <a:off x="6400800" y="2761488"/>
            <a:ext cx="4882896" cy="2779776"/>
          </a:xfrm>
          <a:prstGeom prst="rect">
            <a:avLst/>
          </a:prstGeom>
          <a:noFill/>
        </p:spPr>
        <p:txBody>
          <a:bodyPr wrap="square" lIns="0" tIns="9144" rIns="0" bIns="9144">
            <a:spAutoFit/>
          </a:bodyPr>
          <a:lstStyle/>
          <a:p>
            <a:pPr>
              <a:spcAft>
                <a:spcPts val="400"/>
              </a:spcAft>
            </a:pPr>
            <a:r>
              <a:rPr sz="1700" b="0">
                <a:solidFill>
                  <a:srgbClr val="F5F8F5"/>
                </a:solidFill>
                <a:latin typeface="Arial"/>
              </a:rPr>
              <a:t>Create enforceable standards for those areas.</a:t>
            </a:r>
          </a:p>
          <a:p>
            <a:pPr>
              <a:spcAft>
                <a:spcPts val="400"/>
              </a:spcAft>
            </a:pPr>
            <a:endParaRPr sz="1700" b="0">
              <a:solidFill>
                <a:srgbClr val="F5F8F5"/>
              </a:solidFill>
              <a:latin typeface="Arial"/>
            </a:endParaRPr>
          </a:p>
          <a:p>
            <a:pPr>
              <a:spcAft>
                <a:spcPts val="400"/>
              </a:spcAft>
            </a:pPr>
            <a:r>
              <a:rPr sz="1700" b="0">
                <a:solidFill>
                  <a:srgbClr val="F5F8F5"/>
                </a:solidFill>
                <a:latin typeface="Arial"/>
              </a:rPr>
              <a:t>Add threat modeling, SAST, dependency scanning and CI gates.</a:t>
            </a:r>
          </a:p>
          <a:p>
            <a:pPr>
              <a:spcAft>
                <a:spcPts val="400"/>
              </a:spcAft>
            </a:pPr>
            <a:endParaRPr sz="1700" b="0">
              <a:solidFill>
                <a:srgbClr val="F5F8F5"/>
              </a:solidFill>
              <a:latin typeface="Arial"/>
            </a:endParaRPr>
          </a:p>
          <a:p>
            <a:pPr>
              <a:spcAft>
                <a:spcPts val="400"/>
              </a:spcAft>
            </a:pPr>
            <a:r>
              <a:rPr sz="1700" b="0">
                <a:solidFill>
                  <a:srgbClr val="F5F8F5"/>
                </a:solidFill>
                <a:latin typeface="Arial"/>
              </a:rPr>
              <a:t>Use NIST SSDF and OWASP ASVS as guidance.</a:t>
            </a:r>
          </a:p>
        </p:txBody>
      </p:sp>
      <p:sp>
        <p:nvSpPr>
          <p:cNvPr id="17" name="TextBox 16">
            <a:extLst>
              <a:ext uri="{FF2B5EF4-FFF2-40B4-BE49-F238E27FC236}">
                <a16:creationId xmlns:a16="http://schemas.microsoft.com/office/drawing/2014/main" id="{EA066C0E-9BCB-2A87-728F-70F8CF490AAB}"/>
              </a:ext>
            </a:extLst>
          </p:cNvPr>
          <p:cNvSpPr txBox="1"/>
          <p:nvPr/>
        </p:nvSpPr>
        <p:spPr>
          <a:xfrm>
            <a:off x="768096" y="5815584"/>
            <a:ext cx="10524744" cy="329184"/>
          </a:xfrm>
          <a:prstGeom prst="rect">
            <a:avLst/>
          </a:prstGeom>
          <a:noFill/>
        </p:spPr>
        <p:txBody>
          <a:bodyPr wrap="square" lIns="0" tIns="9144" rIns="0" bIns="9144">
            <a:spAutoFit/>
          </a:bodyPr>
          <a:lstStyle/>
          <a:p>
            <a:pPr>
              <a:spcAft>
                <a:spcPts val="400"/>
              </a:spcAft>
            </a:pPr>
            <a:r>
              <a:rPr sz="1400" b="0">
                <a:solidFill>
                  <a:srgbClr val="F2D47F"/>
                </a:solidFill>
                <a:latin typeface="Arial"/>
              </a:rPr>
              <a:t>Evidence-supported recommendations: NIST SP 800-218 (2022); OWASP ASVS 5.0 (2025).</a:t>
            </a:r>
          </a:p>
        </p:txBody>
      </p:sp>
      <p:pic>
        <p:nvPicPr>
          <p:cNvPr id="10" name="Audio 9">
            <a:hlinkClick r:id="" action="ppaction://media"/>
            <a:extLst>
              <a:ext uri="{FF2B5EF4-FFF2-40B4-BE49-F238E27FC236}">
                <a16:creationId xmlns:a16="http://schemas.microsoft.com/office/drawing/2014/main" id="{617D4587-712B-0A75-3C93-378F54804DE3}"/>
              </a:ext>
            </a:extLst>
          </p:cNvPr>
          <p:cNvPicPr>
            <a:picLocks noChangeAspect="1"/>
          </p:cNvPicPr>
          <p:nvPr>
            <a:audioFile r:link="rId3"/>
            <p:extLst>
              <p:ext uri="{DAA4B4D4-6D71-4841-9C94-3DE7FCFB9230}">
                <p14:media xmlns:p14="http://schemas.microsoft.com/office/powerpoint/2010/main" r:embed="rId2"/>
              </p:ext>
            </p:extLst>
          </p:nvPr>
        </p:nvPicPr>
        <p:blipFill>
          <a:blip r:embed="rId7"/>
          <a:srcRect l="-161075" t="-161075" r="-161075" b="-161075"/>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21245"/>
    </mc:Choice>
    <mc:Fallback>
      <p:transition spd="slow" advTm="2124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CONCLUSIONS</a:t>
            </a:r>
            <a:endParaRPr/>
          </a:p>
        </p:txBody>
      </p:sp>
      <p:pic>
        <p:nvPicPr>
          <p:cNvPr id="232" name="Google Shape;232;p13"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sp>
        <p:nvSpPr>
          <p:cNvPr id="5" name="TextBox 4">
            <a:extLst>
              <a:ext uri="{FF2B5EF4-FFF2-40B4-BE49-F238E27FC236}">
                <a16:creationId xmlns:a16="http://schemas.microsoft.com/office/drawing/2014/main" id="{087B2574-2883-3BB7-BE8D-EB8E8C690B10}"/>
              </a:ext>
            </a:extLst>
          </p:cNvPr>
          <p:cNvSpPr txBox="1"/>
          <p:nvPr/>
        </p:nvSpPr>
        <p:spPr>
          <a:xfrm>
            <a:off x="987552" y="2331720"/>
            <a:ext cx="10424160" cy="2594685"/>
          </a:xfrm>
          <a:prstGeom prst="rect">
            <a:avLst/>
          </a:prstGeom>
          <a:noFill/>
        </p:spPr>
        <p:txBody>
          <a:bodyPr wrap="square" lIns="27432" tIns="18288" rIns="27432" bIns="18288">
            <a:spAutoFit/>
          </a:bodyPr>
          <a:lstStyle/>
          <a:p>
            <a:pPr>
              <a:lnSpc>
                <a:spcPct val="110000"/>
              </a:lnSpc>
              <a:spcAft>
                <a:spcPts val="2100"/>
              </a:spcAft>
            </a:pPr>
            <a:r>
              <a:rPr sz="2100" b="1" dirty="0">
                <a:solidFill>
                  <a:srgbClr val="89C977"/>
                </a:solidFill>
                <a:latin typeface="Arial"/>
              </a:rPr>
              <a:t>STANDARDIZE:  </a:t>
            </a:r>
            <a:r>
              <a:rPr sz="2100" dirty="0">
                <a:solidFill>
                  <a:srgbClr val="F5F8F5"/>
                </a:solidFill>
                <a:latin typeface="Arial"/>
              </a:rPr>
              <a:t>A repeatable policy gives the development team shared expectations.</a:t>
            </a:r>
          </a:p>
          <a:p>
            <a:pPr>
              <a:lnSpc>
                <a:spcPct val="110000"/>
              </a:lnSpc>
              <a:spcAft>
                <a:spcPts val="2100"/>
              </a:spcAft>
            </a:pPr>
            <a:r>
              <a:rPr sz="2100" b="1" dirty="0">
                <a:solidFill>
                  <a:srgbClr val="89C977"/>
                </a:solidFill>
                <a:latin typeface="Arial"/>
              </a:rPr>
              <a:t>DETECT:  </a:t>
            </a:r>
            <a:r>
              <a:rPr lang="en-US" sz="2100" dirty="0">
                <a:solidFill>
                  <a:srgbClr val="F5F8F5"/>
                </a:solidFill>
                <a:latin typeface="Arial"/>
              </a:rPr>
              <a:t>Overflow and underflow tests exposed missing security protections in the noncompliant code</a:t>
            </a:r>
            <a:r>
              <a:rPr sz="2100" dirty="0">
                <a:solidFill>
                  <a:srgbClr val="F5F8F5"/>
                </a:solidFill>
                <a:latin typeface="Arial"/>
              </a:rPr>
              <a:t>.</a:t>
            </a:r>
          </a:p>
          <a:p>
            <a:pPr>
              <a:lnSpc>
                <a:spcPct val="110000"/>
              </a:lnSpc>
              <a:spcAft>
                <a:spcPts val="2100"/>
              </a:spcAft>
            </a:pPr>
            <a:r>
              <a:rPr sz="2100" b="1" dirty="0">
                <a:solidFill>
                  <a:srgbClr val="89C977"/>
                </a:solidFill>
                <a:latin typeface="Arial"/>
              </a:rPr>
              <a:t>REMEDIATE:  </a:t>
            </a:r>
            <a:r>
              <a:rPr sz="2100" dirty="0">
                <a:solidFill>
                  <a:srgbClr val="F5F8F5"/>
                </a:solidFill>
                <a:latin typeface="Arial"/>
              </a:rPr>
              <a:t>The same four tests passed after restoring the compliant function.</a:t>
            </a:r>
          </a:p>
          <a:p>
            <a:pPr>
              <a:lnSpc>
                <a:spcPct val="110000"/>
              </a:lnSpc>
              <a:spcAft>
                <a:spcPts val="2100"/>
              </a:spcAft>
            </a:pPr>
            <a:r>
              <a:rPr sz="2100" b="1" dirty="0">
                <a:solidFill>
                  <a:srgbClr val="89C977"/>
                </a:solidFill>
                <a:latin typeface="Arial"/>
              </a:rPr>
              <a:t>IMPROVE:  </a:t>
            </a:r>
            <a:r>
              <a:rPr sz="2100" dirty="0">
                <a:solidFill>
                  <a:srgbClr val="F5F8F5"/>
                </a:solidFill>
                <a:latin typeface="Arial"/>
              </a:rPr>
              <a:t>Integrate SSDF/ASVS-informed updates and continuous security review.</a:t>
            </a:r>
          </a:p>
        </p:txBody>
      </p:sp>
      <p:sp>
        <p:nvSpPr>
          <p:cNvPr id="7" name="TextBox 6">
            <a:extLst>
              <a:ext uri="{FF2B5EF4-FFF2-40B4-BE49-F238E27FC236}">
                <a16:creationId xmlns:a16="http://schemas.microsoft.com/office/drawing/2014/main" id="{1277B006-D655-1684-68F3-D270148A7BE8}"/>
              </a:ext>
            </a:extLst>
          </p:cNvPr>
          <p:cNvSpPr txBox="1"/>
          <p:nvPr/>
        </p:nvSpPr>
        <p:spPr>
          <a:xfrm>
            <a:off x="987552" y="5614416"/>
            <a:ext cx="10149840" cy="384048"/>
          </a:xfrm>
          <a:prstGeom prst="rect">
            <a:avLst/>
          </a:prstGeom>
          <a:noFill/>
        </p:spPr>
        <p:txBody>
          <a:bodyPr wrap="square" lIns="0" tIns="9144" rIns="0" bIns="9144">
            <a:spAutoFit/>
          </a:bodyPr>
          <a:lstStyle/>
          <a:p>
            <a:pPr>
              <a:spcAft>
                <a:spcPts val="400"/>
              </a:spcAft>
            </a:pPr>
            <a:r>
              <a:rPr sz="1700" b="1">
                <a:solidFill>
                  <a:srgbClr val="89C977"/>
                </a:solidFill>
                <a:latin typeface="Arial"/>
              </a:rPr>
              <a:t>Security is maintained throughout development—not added at the end.</a:t>
            </a:r>
          </a:p>
        </p:txBody>
      </p:sp>
      <p:pic>
        <p:nvPicPr>
          <p:cNvPr id="9" name="Audio 8">
            <a:hlinkClick r:id="" action="ppaction://media"/>
            <a:extLst>
              <a:ext uri="{FF2B5EF4-FFF2-40B4-BE49-F238E27FC236}">
                <a16:creationId xmlns:a16="http://schemas.microsoft.com/office/drawing/2014/main" id="{C5A1EA8A-7BC0-099C-A0CD-54E0CB0EDF16}"/>
              </a:ext>
            </a:extLst>
          </p:cNvPr>
          <p:cNvPicPr>
            <a:picLocks noChangeAspect="1"/>
          </p:cNvPicPr>
          <p:nvPr>
            <a:audioFile r:link="rId3"/>
            <p:extLst>
              <p:ext uri="{DAA4B4D4-6D71-4841-9C94-3DE7FCFB9230}">
                <p14:media xmlns:p14="http://schemas.microsoft.com/office/powerpoint/2010/main" r:embed="rId2"/>
              </p:ext>
            </p:extLst>
          </p:nvPr>
        </p:nvPicPr>
        <p:blipFill>
          <a:blip r:embed="rId7"/>
          <a:srcRect l="-161075" t="-161075" r="-161075" b="-161075"/>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20830"/>
    </mc:Choice>
    <mc:Fallback>
      <p:transition spd="slow" advTm="208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REFERENCES</a:t>
            </a:r>
            <a:endParaRPr/>
          </a:p>
        </p:txBody>
      </p:sp>
      <p:pic>
        <p:nvPicPr>
          <p:cNvPr id="239" name="Google Shape;239;p14"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sp>
        <p:nvSpPr>
          <p:cNvPr id="5" name="TextBox 4">
            <a:extLst>
              <a:ext uri="{FF2B5EF4-FFF2-40B4-BE49-F238E27FC236}">
                <a16:creationId xmlns:a16="http://schemas.microsoft.com/office/drawing/2014/main" id="{3E0BED49-2F87-4743-5A5E-F696F872BC51}"/>
              </a:ext>
            </a:extLst>
          </p:cNvPr>
          <p:cNvSpPr txBox="1"/>
          <p:nvPr/>
        </p:nvSpPr>
        <p:spPr>
          <a:xfrm>
            <a:off x="795528" y="2167128"/>
            <a:ext cx="10588752" cy="530352"/>
          </a:xfrm>
          <a:prstGeom prst="rect">
            <a:avLst/>
          </a:prstGeom>
          <a:noFill/>
        </p:spPr>
        <p:txBody>
          <a:bodyPr wrap="square" lIns="0" tIns="9144" rIns="0" bIns="9144">
            <a:spAutoFit/>
          </a:bodyPr>
          <a:lstStyle/>
          <a:p>
            <a:pPr>
              <a:spcAft>
                <a:spcPts val="400"/>
              </a:spcAft>
            </a:pPr>
            <a:r>
              <a:rPr sz="1300" b="0">
                <a:solidFill>
                  <a:srgbClr val="F5F8F5"/>
                </a:solidFill>
                <a:latin typeface="Arial"/>
              </a:rPr>
              <a:t>Ballman, A. (2017). SEI CERT C++ coding standard (2016 ed.). Carnegie Mellon University.</a:t>
            </a:r>
          </a:p>
        </p:txBody>
      </p:sp>
      <p:sp>
        <p:nvSpPr>
          <p:cNvPr id="7" name="TextBox 6">
            <a:extLst>
              <a:ext uri="{FF2B5EF4-FFF2-40B4-BE49-F238E27FC236}">
                <a16:creationId xmlns:a16="http://schemas.microsoft.com/office/drawing/2014/main" id="{F3A198DA-C800-EF92-A715-3C4F7EEC83CB}"/>
              </a:ext>
            </a:extLst>
          </p:cNvPr>
          <p:cNvSpPr txBox="1"/>
          <p:nvPr/>
        </p:nvSpPr>
        <p:spPr>
          <a:xfrm>
            <a:off x="795528" y="2724912"/>
            <a:ext cx="10588752" cy="530352"/>
          </a:xfrm>
          <a:prstGeom prst="rect">
            <a:avLst/>
          </a:prstGeom>
          <a:noFill/>
        </p:spPr>
        <p:txBody>
          <a:bodyPr wrap="square" lIns="0" tIns="9144" rIns="0" bIns="9144">
            <a:spAutoFit/>
          </a:bodyPr>
          <a:lstStyle/>
          <a:p>
            <a:pPr>
              <a:spcAft>
                <a:spcPts val="400"/>
              </a:spcAft>
            </a:pPr>
            <a:r>
              <a:rPr sz="1300" b="0">
                <a:solidFill>
                  <a:srgbClr val="F5F8F5"/>
                </a:solidFill>
                <a:latin typeface="Arial"/>
              </a:rPr>
              <a:t>Software Engineering Institute. (2016). SEI CERT C coding standard. Carnegie Mellon University.</a:t>
            </a:r>
          </a:p>
        </p:txBody>
      </p:sp>
      <p:sp>
        <p:nvSpPr>
          <p:cNvPr id="9" name="TextBox 8">
            <a:extLst>
              <a:ext uri="{FF2B5EF4-FFF2-40B4-BE49-F238E27FC236}">
                <a16:creationId xmlns:a16="http://schemas.microsoft.com/office/drawing/2014/main" id="{A283005C-47D5-66CF-14AA-9D2974B8EB75}"/>
              </a:ext>
            </a:extLst>
          </p:cNvPr>
          <p:cNvSpPr txBox="1"/>
          <p:nvPr/>
        </p:nvSpPr>
        <p:spPr>
          <a:xfrm>
            <a:off x="795528" y="3282696"/>
            <a:ext cx="10588752" cy="418576"/>
          </a:xfrm>
          <a:prstGeom prst="rect">
            <a:avLst/>
          </a:prstGeom>
          <a:noFill/>
        </p:spPr>
        <p:txBody>
          <a:bodyPr wrap="square" lIns="0" tIns="9144" rIns="0" bIns="9144">
            <a:spAutoFit/>
          </a:bodyPr>
          <a:lstStyle/>
          <a:p>
            <a:pPr>
              <a:spcAft>
                <a:spcPts val="400"/>
              </a:spcAft>
            </a:pPr>
            <a:r>
              <a:rPr sz="1300" b="0" dirty="0">
                <a:solidFill>
                  <a:srgbClr val="F5F8F5"/>
                </a:solidFill>
                <a:latin typeface="Arial"/>
              </a:rPr>
              <a:t>Software Engineering Institute. (n.d.). STR02-C: Sanitize data passed to complex subsystems. </a:t>
            </a:r>
            <a:r>
              <a:rPr sz="1300" b="0" dirty="0">
                <a:solidFill>
                  <a:srgbClr val="F5F8F5"/>
                </a:solidFill>
                <a:latin typeface="Arial"/>
                <a:hlinkClick r:id="rId7"/>
              </a:rPr>
              <a:t>https://cmu-sei.github.io/secure-coding-standards/</a:t>
            </a:r>
            <a:r>
              <a:rPr lang="en-US" sz="1300" b="0" dirty="0">
                <a:solidFill>
                  <a:srgbClr val="F5F8F5"/>
                </a:solidFill>
                <a:latin typeface="Arial"/>
              </a:rPr>
              <a:t> </a:t>
            </a:r>
            <a:endParaRPr sz="1300" b="0" dirty="0">
              <a:solidFill>
                <a:srgbClr val="F5F8F5"/>
              </a:solidFill>
              <a:latin typeface="Arial"/>
            </a:endParaRPr>
          </a:p>
        </p:txBody>
      </p:sp>
      <p:sp>
        <p:nvSpPr>
          <p:cNvPr id="11" name="TextBox 10">
            <a:extLst>
              <a:ext uri="{FF2B5EF4-FFF2-40B4-BE49-F238E27FC236}">
                <a16:creationId xmlns:a16="http://schemas.microsoft.com/office/drawing/2014/main" id="{15142E90-4FE9-5D69-FDEC-AB8EB37F9320}"/>
              </a:ext>
            </a:extLst>
          </p:cNvPr>
          <p:cNvSpPr txBox="1"/>
          <p:nvPr/>
        </p:nvSpPr>
        <p:spPr>
          <a:xfrm>
            <a:off x="795528" y="3840480"/>
            <a:ext cx="10588752" cy="418576"/>
          </a:xfrm>
          <a:prstGeom prst="rect">
            <a:avLst/>
          </a:prstGeom>
          <a:noFill/>
        </p:spPr>
        <p:txBody>
          <a:bodyPr wrap="square" lIns="0" tIns="9144" rIns="0" bIns="9144">
            <a:spAutoFit/>
          </a:bodyPr>
          <a:lstStyle/>
          <a:p>
            <a:pPr>
              <a:spcAft>
                <a:spcPts val="400"/>
              </a:spcAft>
            </a:pPr>
            <a:r>
              <a:rPr sz="1300" b="0" dirty="0" err="1">
                <a:solidFill>
                  <a:srgbClr val="F5F8F5"/>
                </a:solidFill>
                <a:latin typeface="Arial"/>
              </a:rPr>
              <a:t>Souppaya</a:t>
            </a:r>
            <a:r>
              <a:rPr sz="1300" b="0" dirty="0">
                <a:solidFill>
                  <a:srgbClr val="F5F8F5"/>
                </a:solidFill>
                <a:latin typeface="Arial"/>
              </a:rPr>
              <a:t>, M., Scarfone, K., &amp; Dodson, D. (2022). Secure Software Development Framework (NIST SP 800-218). </a:t>
            </a:r>
            <a:r>
              <a:rPr sz="1300" b="0" dirty="0">
                <a:solidFill>
                  <a:srgbClr val="F5F8F5"/>
                </a:solidFill>
                <a:latin typeface="Arial"/>
                <a:hlinkClick r:id="rId8"/>
              </a:rPr>
              <a:t>https://doi.org/10.6028/NIST.SP.800-218</a:t>
            </a:r>
            <a:r>
              <a:rPr lang="en-US" sz="1300" b="0" dirty="0">
                <a:solidFill>
                  <a:srgbClr val="F5F8F5"/>
                </a:solidFill>
                <a:latin typeface="Arial"/>
              </a:rPr>
              <a:t> </a:t>
            </a:r>
            <a:endParaRPr sz="1300" b="0" dirty="0">
              <a:solidFill>
                <a:srgbClr val="F5F8F5"/>
              </a:solidFill>
              <a:latin typeface="Arial"/>
            </a:endParaRPr>
          </a:p>
        </p:txBody>
      </p:sp>
      <p:sp>
        <p:nvSpPr>
          <p:cNvPr id="13" name="TextBox 12">
            <a:extLst>
              <a:ext uri="{FF2B5EF4-FFF2-40B4-BE49-F238E27FC236}">
                <a16:creationId xmlns:a16="http://schemas.microsoft.com/office/drawing/2014/main" id="{80EB7E64-B9EF-856A-BB1C-489FCEB7B0A8}"/>
              </a:ext>
            </a:extLst>
          </p:cNvPr>
          <p:cNvSpPr txBox="1"/>
          <p:nvPr/>
        </p:nvSpPr>
        <p:spPr>
          <a:xfrm>
            <a:off x="795528" y="4398264"/>
            <a:ext cx="10588752" cy="218521"/>
          </a:xfrm>
          <a:prstGeom prst="rect">
            <a:avLst/>
          </a:prstGeom>
          <a:noFill/>
        </p:spPr>
        <p:txBody>
          <a:bodyPr wrap="square" lIns="0" tIns="9144" rIns="0" bIns="9144">
            <a:spAutoFit/>
          </a:bodyPr>
          <a:lstStyle/>
          <a:p>
            <a:pPr>
              <a:spcAft>
                <a:spcPts val="400"/>
              </a:spcAft>
            </a:pPr>
            <a:r>
              <a:rPr sz="1300" b="0" dirty="0">
                <a:solidFill>
                  <a:srgbClr val="F5F8F5"/>
                </a:solidFill>
                <a:latin typeface="Arial"/>
              </a:rPr>
              <a:t>OWASP Foundation. (2025). OWASP Application Security Verification Standard (Version 5.0.0). </a:t>
            </a:r>
            <a:r>
              <a:rPr sz="1300" b="0" dirty="0">
                <a:solidFill>
                  <a:srgbClr val="F5F8F5"/>
                </a:solidFill>
                <a:latin typeface="Arial"/>
                <a:hlinkClick r:id="rId9"/>
              </a:rPr>
              <a:t>https://github.com/OWASP/ASVS/releases</a:t>
            </a:r>
            <a:r>
              <a:rPr lang="en-US" sz="1300" b="0" dirty="0">
                <a:solidFill>
                  <a:srgbClr val="F5F8F5"/>
                </a:solidFill>
                <a:latin typeface="Arial"/>
              </a:rPr>
              <a:t> </a:t>
            </a:r>
            <a:endParaRPr sz="1300" b="0" dirty="0">
              <a:solidFill>
                <a:srgbClr val="F5F8F5"/>
              </a:solidFill>
              <a:latin typeface="Arial"/>
            </a:endParaRPr>
          </a:p>
        </p:txBody>
      </p:sp>
      <p:sp>
        <p:nvSpPr>
          <p:cNvPr id="15" name="TextBox 14">
            <a:extLst>
              <a:ext uri="{FF2B5EF4-FFF2-40B4-BE49-F238E27FC236}">
                <a16:creationId xmlns:a16="http://schemas.microsoft.com/office/drawing/2014/main" id="{9FD5A59D-5582-674A-3599-066EAA57B2AF}"/>
              </a:ext>
            </a:extLst>
          </p:cNvPr>
          <p:cNvSpPr txBox="1"/>
          <p:nvPr/>
        </p:nvSpPr>
        <p:spPr>
          <a:xfrm>
            <a:off x="795528" y="4956048"/>
            <a:ext cx="10588752" cy="218521"/>
          </a:xfrm>
          <a:prstGeom prst="rect">
            <a:avLst/>
          </a:prstGeom>
          <a:noFill/>
        </p:spPr>
        <p:txBody>
          <a:bodyPr wrap="square" lIns="0" tIns="9144" rIns="0" bIns="9144">
            <a:spAutoFit/>
          </a:bodyPr>
          <a:lstStyle/>
          <a:p>
            <a:pPr>
              <a:spcAft>
                <a:spcPts val="400"/>
              </a:spcAft>
            </a:pPr>
            <a:r>
              <a:rPr sz="1300" b="0" dirty="0" err="1">
                <a:solidFill>
                  <a:srgbClr val="F5F8F5"/>
                </a:solidFill>
                <a:latin typeface="Arial"/>
              </a:rPr>
              <a:t>GoogleTest</a:t>
            </a:r>
            <a:r>
              <a:rPr sz="1300" b="0" dirty="0">
                <a:solidFill>
                  <a:srgbClr val="F5F8F5"/>
                </a:solidFill>
                <a:latin typeface="Arial"/>
              </a:rPr>
              <a:t>. (n.d.). </a:t>
            </a:r>
            <a:r>
              <a:rPr sz="1300" b="0" dirty="0" err="1">
                <a:solidFill>
                  <a:srgbClr val="F5F8F5"/>
                </a:solidFill>
                <a:latin typeface="Arial"/>
              </a:rPr>
              <a:t>GoogleTest</a:t>
            </a:r>
            <a:r>
              <a:rPr sz="1300" b="0" dirty="0">
                <a:solidFill>
                  <a:srgbClr val="F5F8F5"/>
                </a:solidFill>
                <a:latin typeface="Arial"/>
              </a:rPr>
              <a:t> primer. </a:t>
            </a:r>
            <a:r>
              <a:rPr sz="1300" b="0" dirty="0">
                <a:solidFill>
                  <a:srgbClr val="F5F8F5"/>
                </a:solidFill>
                <a:latin typeface="Arial"/>
                <a:hlinkClick r:id="rId10"/>
              </a:rPr>
              <a:t>https://google.github.io/googletest/primer.html</a:t>
            </a:r>
            <a:r>
              <a:rPr lang="en-US" sz="1300" b="0" dirty="0">
                <a:solidFill>
                  <a:srgbClr val="F5F8F5"/>
                </a:solidFill>
                <a:latin typeface="Arial"/>
              </a:rPr>
              <a:t> </a:t>
            </a:r>
            <a:endParaRPr sz="1300" b="0" dirty="0">
              <a:solidFill>
                <a:srgbClr val="F5F8F5"/>
              </a:solidFill>
              <a:latin typeface="Arial"/>
            </a:endParaRPr>
          </a:p>
        </p:txBody>
      </p:sp>
      <p:sp>
        <p:nvSpPr>
          <p:cNvPr id="17" name="TextBox 16">
            <a:extLst>
              <a:ext uri="{FF2B5EF4-FFF2-40B4-BE49-F238E27FC236}">
                <a16:creationId xmlns:a16="http://schemas.microsoft.com/office/drawing/2014/main" id="{5C7837AF-C7A8-8788-353C-A6B1FBB8FFCE}"/>
              </a:ext>
            </a:extLst>
          </p:cNvPr>
          <p:cNvSpPr txBox="1"/>
          <p:nvPr/>
        </p:nvSpPr>
        <p:spPr>
          <a:xfrm>
            <a:off x="795528" y="5513832"/>
            <a:ext cx="10588752" cy="218521"/>
          </a:xfrm>
          <a:prstGeom prst="rect">
            <a:avLst/>
          </a:prstGeom>
          <a:noFill/>
        </p:spPr>
        <p:txBody>
          <a:bodyPr wrap="square" lIns="0" tIns="9144" rIns="0" bIns="9144">
            <a:spAutoFit/>
          </a:bodyPr>
          <a:lstStyle/>
          <a:p>
            <a:pPr>
              <a:spcAft>
                <a:spcPts val="400"/>
              </a:spcAft>
            </a:pPr>
            <a:r>
              <a:rPr sz="1300" b="0" dirty="0">
                <a:solidFill>
                  <a:srgbClr val="F5F8F5"/>
                </a:solidFill>
                <a:latin typeface="Arial"/>
              </a:rPr>
              <a:t>Green Pace. (2026). Secure development policy.</a:t>
            </a:r>
          </a:p>
        </p:txBody>
      </p:sp>
      <p:pic>
        <p:nvPicPr>
          <p:cNvPr id="10" name="Audio 9">
            <a:hlinkClick r:id="" action="ppaction://media"/>
            <a:extLst>
              <a:ext uri="{FF2B5EF4-FFF2-40B4-BE49-F238E27FC236}">
                <a16:creationId xmlns:a16="http://schemas.microsoft.com/office/drawing/2014/main" id="{73BAF73C-AA83-EAEA-63A1-3ABFA917DA29}"/>
              </a:ext>
            </a:extLst>
          </p:cNvPr>
          <p:cNvPicPr>
            <a:picLocks noChangeAspect="1"/>
          </p:cNvPicPr>
          <p:nvPr>
            <a:audioFile r:link="rId3"/>
            <p:extLst>
              <p:ext uri="{DAA4B4D4-6D71-4841-9C94-3DE7FCFB9230}">
                <p14:media xmlns:p14="http://schemas.microsoft.com/office/powerpoint/2010/main" r:embed="rId2"/>
              </p:ext>
            </p:extLst>
          </p:nvPr>
        </p:nvPicPr>
        <p:blipFill>
          <a:blip r:embed="rId11"/>
          <a:srcRect l="-161075" t="-161075" r="-161075" b="-161075"/>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5355"/>
    </mc:Choice>
    <mc:Fallback>
      <p:transition spd="slow" advTm="535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customXml/itemProps2.xml><?xml version="1.0" encoding="utf-8"?>
<ds:datastoreItem xmlns:ds="http://schemas.openxmlformats.org/officeDocument/2006/customXml" ds:itemID="{F398236C-7FA9-40C9-B456-AA158A506A32}">
  <ds:schemaRefs>
    <ds:schemaRef ds:uri="http://schemas.microsoft.com/sharepoint/v3/contenttype/forms"/>
  </ds:schemaRefs>
</ds:datastoreItem>
</file>

<file path=customXml/itemProps3.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180</TotalTime>
  <Words>2005</Words>
  <Application>Microsoft Office PowerPoint</Application>
  <PresentationFormat>Widescreen</PresentationFormat>
  <Paragraphs>221</Paragraphs>
  <Slides>18</Slides>
  <Notes>18</Notes>
  <HiddenSlides>0</HiddenSlides>
  <MMClips>18</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Century Gothic</vt:lpstr>
      <vt:lpstr>Arial</vt:lpstr>
      <vt:lpstr>Vapor Trail</vt:lpstr>
      <vt:lpstr>Green Pace</vt:lpstr>
      <vt:lpstr>OVERVIEW: DEFENSE IN DEPTH</vt:lpstr>
      <vt:lpstr>THREATS MATRIX</vt:lpstr>
      <vt:lpstr>10 PRINCIPLES</vt:lpstr>
      <vt:lpstr>CODING STANDARDS</vt:lpstr>
      <vt:lpstr>ENCRYPTION POLICIES</vt:lpstr>
      <vt:lpstr>TRIPLE-A POLICIES</vt:lpstr>
      <vt:lpstr>Unit Testing</vt:lpstr>
      <vt:lpstr>Unit Testing</vt:lpstr>
      <vt:lpstr>Unit Testing</vt:lpstr>
      <vt:lpstr>Unit Testing</vt:lpstr>
      <vt:lpstr>TEST EVIDENCE: BEFORE AND AFTER</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Cruz, Jester</cp:lastModifiedBy>
  <cp:revision>4</cp:revision>
  <dcterms:created xsi:type="dcterms:W3CDTF">2020-08-19T17:59:24Z</dcterms:created>
  <dcterms:modified xsi:type="dcterms:W3CDTF">2026-10-19T00:07:27Z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